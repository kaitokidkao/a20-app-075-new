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Lst>
  <p:sldSz cx="18288000" cy="10287000"/>
  <p:notesSz cx="6858000" cy="9144000"/>
  <p:embeddedFontLst>
    <p:embeddedFont>
      <p:font typeface="Fredoka" charset="1" panose="02000000000000000000"/>
      <p:regular r:id="rId26"/>
    </p:embeddedFont>
    <p:embeddedFont>
      <p:font typeface="Itim" charset="1" panose="00000500000000000000"/>
      <p:regular r:id="rId2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fonts/font26.fntdata" Type="http://schemas.openxmlformats.org/officeDocument/2006/relationships/font"/><Relationship Id="rId27" Target="fonts/font27.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5.png" Type="http://schemas.openxmlformats.org/officeDocument/2006/relationships/image"/><Relationship Id="rId11" Target="../media/image16.svg" Type="http://schemas.openxmlformats.org/officeDocument/2006/relationships/image"/><Relationship Id="rId2" Target="../media/image5.png" Type="http://schemas.openxmlformats.org/officeDocument/2006/relationships/image"/><Relationship Id="rId3" Target="../media/image6.svg" Type="http://schemas.openxmlformats.org/officeDocument/2006/relationships/image"/><Relationship Id="rId4" Target="../media/image9.png" Type="http://schemas.openxmlformats.org/officeDocument/2006/relationships/image"/><Relationship Id="rId5" Target="../media/image10.svg" Type="http://schemas.openxmlformats.org/officeDocument/2006/relationships/image"/><Relationship Id="rId6" Target="../media/image11.png" Type="http://schemas.openxmlformats.org/officeDocument/2006/relationships/image"/><Relationship Id="rId7" Target="../media/image12.svg" Type="http://schemas.openxmlformats.org/officeDocument/2006/relationships/image"/><Relationship Id="rId8" Target="../media/image13.png" Type="http://schemas.openxmlformats.org/officeDocument/2006/relationships/image"/><Relationship Id="rId9" Target="../media/image14.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7.png" Type="http://schemas.openxmlformats.org/officeDocument/2006/relationships/image"/><Relationship Id="rId11" Target="../media/image18.svg" Type="http://schemas.openxmlformats.org/officeDocument/2006/relationships/image"/><Relationship Id="rId2" Target="../media/image5.png" Type="http://schemas.openxmlformats.org/officeDocument/2006/relationships/image"/><Relationship Id="rId3" Target="../media/image6.svg" Type="http://schemas.openxmlformats.org/officeDocument/2006/relationships/image"/><Relationship Id="rId4" Target="../media/image9.png" Type="http://schemas.openxmlformats.org/officeDocument/2006/relationships/image"/><Relationship Id="rId5" Target="../media/image10.svg" Type="http://schemas.openxmlformats.org/officeDocument/2006/relationships/image"/><Relationship Id="rId6" Target="../media/image11.png" Type="http://schemas.openxmlformats.org/officeDocument/2006/relationships/image"/><Relationship Id="rId7" Target="../media/image12.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9.png" Type="http://schemas.openxmlformats.org/officeDocument/2006/relationships/image"/><Relationship Id="rId5" Target="../media/image10.svg" Type="http://schemas.openxmlformats.org/officeDocument/2006/relationships/image"/><Relationship Id="rId6" Target="../media/image11.png" Type="http://schemas.openxmlformats.org/officeDocument/2006/relationships/image"/><Relationship Id="rId7" Target="../media/image12.svg" Type="http://schemas.openxmlformats.org/officeDocument/2006/relationships/image"/><Relationship Id="rId8" Target="../media/image19.png" Type="http://schemas.openxmlformats.org/officeDocument/2006/relationships/image"/><Relationship Id="rId9" Target="../media/image20.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3.png" Type="http://schemas.openxmlformats.org/officeDocument/2006/relationships/image"/><Relationship Id="rId11" Target="../media/image24.svg" Type="http://schemas.openxmlformats.org/officeDocument/2006/relationships/image"/><Relationship Id="rId2" Target="../media/image5.png" Type="http://schemas.openxmlformats.org/officeDocument/2006/relationships/image"/><Relationship Id="rId3" Target="../media/image6.svg" Type="http://schemas.openxmlformats.org/officeDocument/2006/relationships/image"/><Relationship Id="rId4" Target="../media/image9.png" Type="http://schemas.openxmlformats.org/officeDocument/2006/relationships/image"/><Relationship Id="rId5" Target="../media/image10.svg" Type="http://schemas.openxmlformats.org/officeDocument/2006/relationships/image"/><Relationship Id="rId6" Target="../media/image11.png" Type="http://schemas.openxmlformats.org/officeDocument/2006/relationships/image"/><Relationship Id="rId7" Target="../media/image12.svg" Type="http://schemas.openxmlformats.org/officeDocument/2006/relationships/image"/><Relationship Id="rId8" Target="../media/image21.png" Type="http://schemas.openxmlformats.org/officeDocument/2006/relationships/image"/><Relationship Id="rId9" Target="../media/image22.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7.png" Type="http://schemas.openxmlformats.org/officeDocument/2006/relationships/image"/><Relationship Id="rId11" Target="../media/image28.svg" Type="http://schemas.openxmlformats.org/officeDocument/2006/relationships/image"/><Relationship Id="rId2" Target="../media/image5.png" Type="http://schemas.openxmlformats.org/officeDocument/2006/relationships/image"/><Relationship Id="rId3" Target="../media/image6.svg" Type="http://schemas.openxmlformats.org/officeDocument/2006/relationships/image"/><Relationship Id="rId4" Target="../media/image9.png" Type="http://schemas.openxmlformats.org/officeDocument/2006/relationships/image"/><Relationship Id="rId5" Target="../media/image10.svg" Type="http://schemas.openxmlformats.org/officeDocument/2006/relationships/image"/><Relationship Id="rId6" Target="../media/image11.png" Type="http://schemas.openxmlformats.org/officeDocument/2006/relationships/image"/><Relationship Id="rId7" Target="../media/image12.svg" Type="http://schemas.openxmlformats.org/officeDocument/2006/relationships/image"/><Relationship Id="rId8" Target="../media/image25.png" Type="http://schemas.openxmlformats.org/officeDocument/2006/relationships/image"/><Relationship Id="rId9" Target="../media/image26.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9.png" Type="http://schemas.openxmlformats.org/officeDocument/2006/relationships/image"/><Relationship Id="rId5" Target="../media/image10.svg" Type="http://schemas.openxmlformats.org/officeDocument/2006/relationships/image"/><Relationship Id="rId6" Target="../media/image11.png" Type="http://schemas.openxmlformats.org/officeDocument/2006/relationships/image"/><Relationship Id="rId7" Target="../media/image12.svg" Type="http://schemas.openxmlformats.org/officeDocument/2006/relationships/image"/><Relationship Id="rId8" Target="../media/image29.png" Type="http://schemas.openxmlformats.org/officeDocument/2006/relationships/image"/><Relationship Id="rId9" Target="../media/image30.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9.png" Type="http://schemas.openxmlformats.org/officeDocument/2006/relationships/image"/><Relationship Id="rId5" Target="../media/image10.svg" Type="http://schemas.openxmlformats.org/officeDocument/2006/relationships/image"/><Relationship Id="rId6" Target="../media/image11.png" Type="http://schemas.openxmlformats.org/officeDocument/2006/relationships/image"/><Relationship Id="rId7" Target="../media/image12.svg" Type="http://schemas.openxmlformats.org/officeDocument/2006/relationships/image"/><Relationship Id="rId8" Target="../media/image19.png" Type="http://schemas.openxmlformats.org/officeDocument/2006/relationships/image"/><Relationship Id="rId9" Target="../media/image20.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5.png" Type="http://schemas.openxmlformats.org/officeDocument/2006/relationships/image"/><Relationship Id="rId11" Target="../media/image16.svg" Type="http://schemas.openxmlformats.org/officeDocument/2006/relationships/image"/><Relationship Id="rId2" Target="../media/image5.png" Type="http://schemas.openxmlformats.org/officeDocument/2006/relationships/image"/><Relationship Id="rId3" Target="../media/image6.svg" Type="http://schemas.openxmlformats.org/officeDocument/2006/relationships/image"/><Relationship Id="rId4" Target="../media/image9.png" Type="http://schemas.openxmlformats.org/officeDocument/2006/relationships/image"/><Relationship Id="rId5" Target="../media/image10.svg" Type="http://schemas.openxmlformats.org/officeDocument/2006/relationships/image"/><Relationship Id="rId6" Target="../media/image11.png" Type="http://schemas.openxmlformats.org/officeDocument/2006/relationships/image"/><Relationship Id="rId7" Target="../media/image12.svg" Type="http://schemas.openxmlformats.org/officeDocument/2006/relationships/image"/><Relationship Id="rId8" Target="../media/image13.png" Type="http://schemas.openxmlformats.org/officeDocument/2006/relationships/image"/><Relationship Id="rId9" Target="../media/image14.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9.png" Type="http://schemas.openxmlformats.org/officeDocument/2006/relationships/image"/><Relationship Id="rId11" Target="../media/image20.svg" Type="http://schemas.openxmlformats.org/officeDocument/2006/relationships/image"/><Relationship Id="rId2" Target="../media/image5.png" Type="http://schemas.openxmlformats.org/officeDocument/2006/relationships/image"/><Relationship Id="rId3" Target="../media/image6.svg" Type="http://schemas.openxmlformats.org/officeDocument/2006/relationships/image"/><Relationship Id="rId4" Target="../media/image9.png" Type="http://schemas.openxmlformats.org/officeDocument/2006/relationships/image"/><Relationship Id="rId5" Target="../media/image10.svg" Type="http://schemas.openxmlformats.org/officeDocument/2006/relationships/image"/><Relationship Id="rId6" Target="../media/image11.png" Type="http://schemas.openxmlformats.org/officeDocument/2006/relationships/image"/><Relationship Id="rId7" Target="../media/image12.svg" Type="http://schemas.openxmlformats.org/officeDocument/2006/relationships/image"/><Relationship Id="rId8" Target="../media/image31.png" Type="http://schemas.openxmlformats.org/officeDocument/2006/relationships/image"/><Relationship Id="rId9" Target="../media/image32.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3.png" Type="http://schemas.openxmlformats.org/officeDocument/2006/relationships/image"/><Relationship Id="rId11" Target="../media/image24.svg" Type="http://schemas.openxmlformats.org/officeDocument/2006/relationships/image"/><Relationship Id="rId2" Target="../media/image5.png" Type="http://schemas.openxmlformats.org/officeDocument/2006/relationships/image"/><Relationship Id="rId3" Target="../media/image6.svg" Type="http://schemas.openxmlformats.org/officeDocument/2006/relationships/image"/><Relationship Id="rId4" Target="../media/image9.png" Type="http://schemas.openxmlformats.org/officeDocument/2006/relationships/image"/><Relationship Id="rId5" Target="../media/image10.svg" Type="http://schemas.openxmlformats.org/officeDocument/2006/relationships/image"/><Relationship Id="rId6" Target="../media/image11.png" Type="http://schemas.openxmlformats.org/officeDocument/2006/relationships/image"/><Relationship Id="rId7" Target="../media/image12.svg" Type="http://schemas.openxmlformats.org/officeDocument/2006/relationships/image"/><Relationship Id="rId8" Target="../media/image21.png" Type="http://schemas.openxmlformats.org/officeDocument/2006/relationships/image"/><Relationship Id="rId9" Target="../media/image22.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5.png" Type="http://schemas.openxmlformats.org/officeDocument/2006/relationships/image"/><Relationship Id="rId11" Target="../media/image16.svg" Type="http://schemas.openxmlformats.org/officeDocument/2006/relationships/image"/><Relationship Id="rId2" Target="../media/image5.png" Type="http://schemas.openxmlformats.org/officeDocument/2006/relationships/image"/><Relationship Id="rId3" Target="../media/image6.svg" Type="http://schemas.openxmlformats.org/officeDocument/2006/relationships/image"/><Relationship Id="rId4" Target="../media/image9.png" Type="http://schemas.openxmlformats.org/officeDocument/2006/relationships/image"/><Relationship Id="rId5" Target="../media/image10.svg" Type="http://schemas.openxmlformats.org/officeDocument/2006/relationships/image"/><Relationship Id="rId6" Target="../media/image11.png" Type="http://schemas.openxmlformats.org/officeDocument/2006/relationships/image"/><Relationship Id="rId7" Target="../media/image12.svg" Type="http://schemas.openxmlformats.org/officeDocument/2006/relationships/image"/><Relationship Id="rId8" Target="../media/image13.png" Type="http://schemas.openxmlformats.org/officeDocument/2006/relationships/image"/><Relationship Id="rId9" Target="../media/image14.sv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9.png" Type="http://schemas.openxmlformats.org/officeDocument/2006/relationships/image"/><Relationship Id="rId5" Target="../media/image10.svg" Type="http://schemas.openxmlformats.org/officeDocument/2006/relationships/image"/><Relationship Id="rId6" Target="../media/image11.png" Type="http://schemas.openxmlformats.org/officeDocument/2006/relationships/image"/><Relationship Id="rId7" Target="../media/image12.svg" Type="http://schemas.openxmlformats.org/officeDocument/2006/relationships/image"/><Relationship Id="rId8" Target="../media/image19.png" Type="http://schemas.openxmlformats.org/officeDocument/2006/relationships/image"/><Relationship Id="rId9" Target="../media/image20.sv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9.png" Type="http://schemas.openxmlformats.org/officeDocument/2006/relationships/image"/><Relationship Id="rId5" Target="../media/image10.svg" Type="http://schemas.openxmlformats.org/officeDocument/2006/relationships/image"/><Relationship Id="rId6" Target="../media/image11.png" Type="http://schemas.openxmlformats.org/officeDocument/2006/relationships/image"/><Relationship Id="rId7" Target="../media/image12.svg" Type="http://schemas.openxmlformats.org/officeDocument/2006/relationships/image"/><Relationship Id="rId8" Target="../media/image19.png" Type="http://schemas.openxmlformats.org/officeDocument/2006/relationships/image"/><Relationship Id="rId9" Target="../media/image20.sv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9.png" Type="http://schemas.openxmlformats.org/officeDocument/2006/relationships/image"/><Relationship Id="rId5" Target="../media/image10.svg" Type="http://schemas.openxmlformats.org/officeDocument/2006/relationships/image"/><Relationship Id="rId6" Target="../media/image11.png" Type="http://schemas.openxmlformats.org/officeDocument/2006/relationships/image"/><Relationship Id="rId7" Target="../media/image12.svg" Type="http://schemas.openxmlformats.org/officeDocument/2006/relationships/image"/><Relationship Id="rId8" Target="../media/image19.png" Type="http://schemas.openxmlformats.org/officeDocument/2006/relationships/image"/><Relationship Id="rId9" Target="../media/image20.sv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7.png" Type="http://schemas.openxmlformats.org/officeDocument/2006/relationships/image"/><Relationship Id="rId11" Target="../media/image28.svg" Type="http://schemas.openxmlformats.org/officeDocument/2006/relationships/image"/><Relationship Id="rId2" Target="../media/image5.png" Type="http://schemas.openxmlformats.org/officeDocument/2006/relationships/image"/><Relationship Id="rId3" Target="../media/image6.svg" Type="http://schemas.openxmlformats.org/officeDocument/2006/relationships/image"/><Relationship Id="rId4" Target="../media/image9.png" Type="http://schemas.openxmlformats.org/officeDocument/2006/relationships/image"/><Relationship Id="rId5" Target="../media/image10.svg" Type="http://schemas.openxmlformats.org/officeDocument/2006/relationships/image"/><Relationship Id="rId6" Target="../media/image11.png" Type="http://schemas.openxmlformats.org/officeDocument/2006/relationships/image"/><Relationship Id="rId7" Target="../media/image12.svg" Type="http://schemas.openxmlformats.org/officeDocument/2006/relationships/image"/><Relationship Id="rId8" Target="../media/image25.png" Type="http://schemas.openxmlformats.org/officeDocument/2006/relationships/image"/><Relationship Id="rId9" Target="../media/image26.sv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35.png" Type="http://schemas.openxmlformats.org/officeDocument/2006/relationships/image"/><Relationship Id="rId11" Target="../media/image36.svg" Type="http://schemas.openxmlformats.org/officeDocument/2006/relationships/image"/><Relationship Id="rId2" Target="../media/image5.png" Type="http://schemas.openxmlformats.org/officeDocument/2006/relationships/image"/><Relationship Id="rId3" Target="../media/image6.svg" Type="http://schemas.openxmlformats.org/officeDocument/2006/relationships/image"/><Relationship Id="rId4" Target="../media/image9.png" Type="http://schemas.openxmlformats.org/officeDocument/2006/relationships/image"/><Relationship Id="rId5" Target="../media/image10.svg" Type="http://schemas.openxmlformats.org/officeDocument/2006/relationships/image"/><Relationship Id="rId6" Target="../media/image11.png" Type="http://schemas.openxmlformats.org/officeDocument/2006/relationships/image"/><Relationship Id="rId7" Target="../media/image12.svg" Type="http://schemas.openxmlformats.org/officeDocument/2006/relationships/image"/><Relationship Id="rId8" Target="../media/image33.png" Type="http://schemas.openxmlformats.org/officeDocument/2006/relationships/image"/><Relationship Id="rId9" Target="../media/image34.sv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3.png" Type="http://schemas.openxmlformats.org/officeDocument/2006/relationships/image"/><Relationship Id="rId11" Target="../media/image24.svg" Type="http://schemas.openxmlformats.org/officeDocument/2006/relationships/image"/><Relationship Id="rId2" Target="../media/image5.png" Type="http://schemas.openxmlformats.org/officeDocument/2006/relationships/image"/><Relationship Id="rId3" Target="../media/image6.svg" Type="http://schemas.openxmlformats.org/officeDocument/2006/relationships/image"/><Relationship Id="rId4" Target="../media/image9.png" Type="http://schemas.openxmlformats.org/officeDocument/2006/relationships/image"/><Relationship Id="rId5" Target="../media/image10.svg" Type="http://schemas.openxmlformats.org/officeDocument/2006/relationships/image"/><Relationship Id="rId6" Target="../media/image11.png" Type="http://schemas.openxmlformats.org/officeDocument/2006/relationships/image"/><Relationship Id="rId7" Target="../media/image12.svg" Type="http://schemas.openxmlformats.org/officeDocument/2006/relationships/image"/><Relationship Id="rId8" Target="../media/image21.png" Type="http://schemas.openxmlformats.org/officeDocument/2006/relationships/image"/><Relationship Id="rId9" Target="../media/image22.sv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9.png" Type="http://schemas.openxmlformats.org/officeDocument/2006/relationships/image"/><Relationship Id="rId5" Target="../media/image10.svg" Type="http://schemas.openxmlformats.org/officeDocument/2006/relationships/image"/><Relationship Id="rId6" Target="../media/image11.png" Type="http://schemas.openxmlformats.org/officeDocument/2006/relationships/image"/><Relationship Id="rId7" Target="../media/image12.svg" Type="http://schemas.openxmlformats.org/officeDocument/2006/relationships/image"/><Relationship Id="rId8" Target="../media/image19.png" Type="http://schemas.openxmlformats.org/officeDocument/2006/relationships/image"/><Relationship Id="rId9" Target="../media/image20.sv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svg" Type="http://schemas.openxmlformats.org/officeDocument/2006/relationships/image"/><Relationship Id="rId4" Target="../media/image9.png" Type="http://schemas.openxmlformats.org/officeDocument/2006/relationships/image"/><Relationship Id="rId5" Target="../media/image10.svg" Type="http://schemas.openxmlformats.org/officeDocument/2006/relationships/image"/><Relationship Id="rId6" Target="../media/image11.png" Type="http://schemas.openxmlformats.org/officeDocument/2006/relationships/image"/><Relationship Id="rId7" Target="../media/image12.svg" Type="http://schemas.openxmlformats.org/officeDocument/2006/relationships/image"/><Relationship Id="rId8" Target="../media/image29.png" Type="http://schemas.openxmlformats.org/officeDocument/2006/relationships/image"/><Relationship Id="rId9" Target="../media/image30.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4513190" y="4946712"/>
            <a:ext cx="3861664" cy="3770388"/>
          </a:xfrm>
          <a:custGeom>
            <a:avLst/>
            <a:gdLst/>
            <a:ahLst/>
            <a:cxnLst/>
            <a:rect r="r" b="b" t="t" l="l"/>
            <a:pathLst>
              <a:path h="3770388" w="3861664">
                <a:moveTo>
                  <a:pt x="0" y="0"/>
                </a:moveTo>
                <a:lnTo>
                  <a:pt x="3861664" y="0"/>
                </a:lnTo>
                <a:lnTo>
                  <a:pt x="3861664" y="3770388"/>
                </a:lnTo>
                <a:lnTo>
                  <a:pt x="0" y="377038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3099144" y="2584847"/>
            <a:ext cx="3218618" cy="3840000"/>
          </a:xfrm>
          <a:custGeom>
            <a:avLst/>
            <a:gdLst/>
            <a:ahLst/>
            <a:cxnLst/>
            <a:rect r="r" b="b" t="t" l="l"/>
            <a:pathLst>
              <a:path h="3840000" w="3218618">
                <a:moveTo>
                  <a:pt x="0" y="0"/>
                </a:moveTo>
                <a:lnTo>
                  <a:pt x="3218618" y="0"/>
                </a:lnTo>
                <a:lnTo>
                  <a:pt x="3218618" y="3840000"/>
                </a:lnTo>
                <a:lnTo>
                  <a:pt x="0" y="384000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575083">
            <a:off x="-3956918" y="5940374"/>
            <a:ext cx="8668318" cy="4838498"/>
          </a:xfrm>
          <a:custGeom>
            <a:avLst/>
            <a:gdLst/>
            <a:ahLst/>
            <a:cxnLst/>
            <a:rect r="r" b="b" t="t" l="l"/>
            <a:pathLst>
              <a:path h="4838498" w="8668318">
                <a:moveTo>
                  <a:pt x="0" y="0"/>
                </a:moveTo>
                <a:lnTo>
                  <a:pt x="8668319" y="0"/>
                </a:lnTo>
                <a:lnTo>
                  <a:pt x="8668319" y="4838498"/>
                </a:lnTo>
                <a:lnTo>
                  <a:pt x="0" y="483849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5" id="5"/>
          <p:cNvSpPr/>
          <p:nvPr/>
        </p:nvSpPr>
        <p:spPr>
          <a:xfrm flipH="false" flipV="false" rot="544328">
            <a:off x="12738773" y="-1831688"/>
            <a:ext cx="7781841" cy="4343682"/>
          </a:xfrm>
          <a:custGeom>
            <a:avLst/>
            <a:gdLst/>
            <a:ahLst/>
            <a:cxnLst/>
            <a:rect r="r" b="b" t="t" l="l"/>
            <a:pathLst>
              <a:path h="4343682" w="7781841">
                <a:moveTo>
                  <a:pt x="0" y="0"/>
                </a:moveTo>
                <a:lnTo>
                  <a:pt x="7781841" y="0"/>
                </a:lnTo>
                <a:lnTo>
                  <a:pt x="7781841" y="4343682"/>
                </a:lnTo>
                <a:lnTo>
                  <a:pt x="0" y="434368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605792">
            <a:off x="9667745" y="5542535"/>
            <a:ext cx="2971726" cy="3584319"/>
          </a:xfrm>
          <a:custGeom>
            <a:avLst/>
            <a:gdLst/>
            <a:ahLst/>
            <a:cxnLst/>
            <a:rect r="r" b="b" t="t" l="l"/>
            <a:pathLst>
              <a:path h="3584319" w="2971726">
                <a:moveTo>
                  <a:pt x="0" y="0"/>
                </a:moveTo>
                <a:lnTo>
                  <a:pt x="2971726" y="0"/>
                </a:lnTo>
                <a:lnTo>
                  <a:pt x="2971726" y="3584319"/>
                </a:lnTo>
                <a:lnTo>
                  <a:pt x="0" y="3584319"/>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7" id="7"/>
          <p:cNvSpPr/>
          <p:nvPr/>
        </p:nvSpPr>
        <p:spPr>
          <a:xfrm flipH="false" flipV="false" rot="-2227017">
            <a:off x="-1517465" y="6706753"/>
            <a:ext cx="5375811" cy="2221718"/>
          </a:xfrm>
          <a:custGeom>
            <a:avLst/>
            <a:gdLst/>
            <a:ahLst/>
            <a:cxnLst/>
            <a:rect r="r" b="b" t="t" l="l"/>
            <a:pathLst>
              <a:path h="2221718" w="5375811">
                <a:moveTo>
                  <a:pt x="0" y="0"/>
                </a:moveTo>
                <a:lnTo>
                  <a:pt x="5375811" y="0"/>
                </a:lnTo>
                <a:lnTo>
                  <a:pt x="5375811" y="2221717"/>
                </a:lnTo>
                <a:lnTo>
                  <a:pt x="0" y="2221717"/>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8" id="8"/>
          <p:cNvSpPr txBox="true"/>
          <p:nvPr/>
        </p:nvSpPr>
        <p:spPr>
          <a:xfrm rot="0">
            <a:off x="709212" y="1030851"/>
            <a:ext cx="11371249" cy="3212520"/>
          </a:xfrm>
          <a:prstGeom prst="rect">
            <a:avLst/>
          </a:prstGeom>
        </p:spPr>
        <p:txBody>
          <a:bodyPr anchor="t" rtlCol="false" tIns="0" lIns="0" bIns="0" rIns="0">
            <a:spAutoFit/>
          </a:bodyPr>
          <a:lstStyle/>
          <a:p>
            <a:pPr algn="ctr">
              <a:lnSpc>
                <a:spcPts val="20549"/>
              </a:lnSpc>
              <a:spcBef>
                <a:spcPct val="0"/>
              </a:spcBef>
            </a:pPr>
            <a:r>
              <a:rPr lang="en-US" sz="17124">
                <a:solidFill>
                  <a:srgbClr val="496592"/>
                </a:solidFill>
                <a:latin typeface="Fredoka"/>
                <a:ea typeface="Fredoka"/>
                <a:cs typeface="Fredoka"/>
                <a:sym typeface="Fredoka"/>
              </a:rPr>
              <a:t>LEARNING</a:t>
            </a:r>
          </a:p>
        </p:txBody>
      </p:sp>
      <p:sp>
        <p:nvSpPr>
          <p:cNvPr name="TextBox 9" id="9"/>
          <p:cNvSpPr txBox="true"/>
          <p:nvPr/>
        </p:nvSpPr>
        <p:spPr>
          <a:xfrm rot="0">
            <a:off x="2864158" y="3563625"/>
            <a:ext cx="6809916" cy="941222"/>
          </a:xfrm>
          <a:prstGeom prst="rect">
            <a:avLst/>
          </a:prstGeom>
        </p:spPr>
        <p:txBody>
          <a:bodyPr anchor="t" rtlCol="false" tIns="0" lIns="0" bIns="0" rIns="0">
            <a:spAutoFit/>
          </a:bodyPr>
          <a:lstStyle/>
          <a:p>
            <a:pPr algn="ctr">
              <a:lnSpc>
                <a:spcPts val="4231"/>
              </a:lnSpc>
            </a:pPr>
            <a:r>
              <a:rPr lang="en-US" sz="4273">
                <a:solidFill>
                  <a:srgbClr val="3B6492"/>
                </a:solidFill>
                <a:latin typeface="Itim"/>
                <a:ea typeface="Itim"/>
                <a:cs typeface="Itim"/>
                <a:sym typeface="Itim"/>
              </a:rPr>
              <a:t>Learn</a:t>
            </a:r>
            <a:r>
              <a:rPr lang="en-US" sz="4273">
                <a:solidFill>
                  <a:srgbClr val="3B6492"/>
                </a:solidFill>
                <a:latin typeface="Itim"/>
                <a:ea typeface="Itim"/>
                <a:cs typeface="Itim"/>
                <a:sym typeface="Itim"/>
              </a:rPr>
              <a:t>ing Beyond Boundaries</a:t>
            </a:r>
          </a:p>
        </p:txBody>
      </p:sp>
      <p:sp>
        <p:nvSpPr>
          <p:cNvPr name="Freeform 10" id="10"/>
          <p:cNvSpPr/>
          <p:nvPr/>
        </p:nvSpPr>
        <p:spPr>
          <a:xfrm flipH="false" flipV="false" rot="-1214190">
            <a:off x="13687912" y="7286013"/>
            <a:ext cx="5375811" cy="2221718"/>
          </a:xfrm>
          <a:custGeom>
            <a:avLst/>
            <a:gdLst/>
            <a:ahLst/>
            <a:cxnLst/>
            <a:rect r="r" b="b" t="t" l="l"/>
            <a:pathLst>
              <a:path h="2221718" w="5375811">
                <a:moveTo>
                  <a:pt x="0" y="0"/>
                </a:moveTo>
                <a:lnTo>
                  <a:pt x="5375811" y="0"/>
                </a:lnTo>
                <a:lnTo>
                  <a:pt x="5375811" y="2221718"/>
                </a:lnTo>
                <a:lnTo>
                  <a:pt x="0" y="2221718"/>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a:ln cap="sq">
            <a:noFill/>
            <a:prstDash val="solid"/>
            <a:miter/>
          </a:ln>
        </p:spPr>
      </p:sp>
      <p:sp>
        <p:nvSpPr>
          <p:cNvPr name="Freeform 11" id="11"/>
          <p:cNvSpPr/>
          <p:nvPr/>
        </p:nvSpPr>
        <p:spPr>
          <a:xfrm flipH="false" flipV="false" rot="3969514">
            <a:off x="10814755" y="4066215"/>
            <a:ext cx="802414" cy="996629"/>
          </a:xfrm>
          <a:custGeom>
            <a:avLst/>
            <a:gdLst/>
            <a:ahLst/>
            <a:cxnLst/>
            <a:rect r="r" b="b" t="t" l="l"/>
            <a:pathLst>
              <a:path h="996629" w="802414">
                <a:moveTo>
                  <a:pt x="0" y="0"/>
                </a:moveTo>
                <a:lnTo>
                  <a:pt x="802414" y="0"/>
                </a:lnTo>
                <a:lnTo>
                  <a:pt x="802414" y="996629"/>
                </a:lnTo>
                <a:lnTo>
                  <a:pt x="0" y="996629"/>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2" id="12"/>
          <p:cNvSpPr/>
          <p:nvPr/>
        </p:nvSpPr>
        <p:spPr>
          <a:xfrm flipH="false" flipV="false" rot="3969514">
            <a:off x="1245456" y="4076792"/>
            <a:ext cx="802414" cy="996629"/>
          </a:xfrm>
          <a:custGeom>
            <a:avLst/>
            <a:gdLst/>
            <a:ahLst/>
            <a:cxnLst/>
            <a:rect r="r" b="b" t="t" l="l"/>
            <a:pathLst>
              <a:path h="996629" w="802414">
                <a:moveTo>
                  <a:pt x="0" y="0"/>
                </a:moveTo>
                <a:lnTo>
                  <a:pt x="802414" y="0"/>
                </a:lnTo>
                <a:lnTo>
                  <a:pt x="802414" y="996629"/>
                </a:lnTo>
                <a:lnTo>
                  <a:pt x="0" y="996629"/>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75083">
            <a:off x="-3529408" y="2834851"/>
            <a:ext cx="6235444" cy="3480512"/>
          </a:xfrm>
          <a:custGeom>
            <a:avLst/>
            <a:gdLst/>
            <a:ahLst/>
            <a:cxnLst/>
            <a:rect r="r" b="b" t="t" l="l"/>
            <a:pathLst>
              <a:path h="3480512" w="6235444">
                <a:moveTo>
                  <a:pt x="0" y="0"/>
                </a:moveTo>
                <a:lnTo>
                  <a:pt x="6235445" y="0"/>
                </a:lnTo>
                <a:lnTo>
                  <a:pt x="6235445" y="3480512"/>
                </a:lnTo>
                <a:lnTo>
                  <a:pt x="0" y="348051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108981">
            <a:off x="14141578" y="-598140"/>
            <a:ext cx="6235444" cy="3480512"/>
          </a:xfrm>
          <a:custGeom>
            <a:avLst/>
            <a:gdLst/>
            <a:ahLst/>
            <a:cxnLst/>
            <a:rect r="r" b="b" t="t" l="l"/>
            <a:pathLst>
              <a:path h="3480512" w="6235444">
                <a:moveTo>
                  <a:pt x="6235444" y="0"/>
                </a:moveTo>
                <a:lnTo>
                  <a:pt x="0" y="0"/>
                </a:lnTo>
                <a:lnTo>
                  <a:pt x="0" y="3480512"/>
                </a:lnTo>
                <a:lnTo>
                  <a:pt x="6235444" y="3480512"/>
                </a:lnTo>
                <a:lnTo>
                  <a:pt x="6235444"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2227017">
            <a:off x="-1866331" y="8471617"/>
            <a:ext cx="5375811" cy="2221718"/>
          </a:xfrm>
          <a:custGeom>
            <a:avLst/>
            <a:gdLst/>
            <a:ahLst/>
            <a:cxnLst/>
            <a:rect r="r" b="b" t="t" l="l"/>
            <a:pathLst>
              <a:path h="2221718" w="5375811">
                <a:moveTo>
                  <a:pt x="0" y="0"/>
                </a:moveTo>
                <a:lnTo>
                  <a:pt x="5375811" y="0"/>
                </a:lnTo>
                <a:lnTo>
                  <a:pt x="5375811" y="2221718"/>
                </a:lnTo>
                <a:lnTo>
                  <a:pt x="0" y="222171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1214190">
            <a:off x="13687912" y="7286013"/>
            <a:ext cx="5375811" cy="2221718"/>
          </a:xfrm>
          <a:custGeom>
            <a:avLst/>
            <a:gdLst/>
            <a:ahLst/>
            <a:cxnLst/>
            <a:rect r="r" b="b" t="t" l="l"/>
            <a:pathLst>
              <a:path h="2221718" w="5375811">
                <a:moveTo>
                  <a:pt x="0" y="0"/>
                </a:moveTo>
                <a:lnTo>
                  <a:pt x="5375811" y="0"/>
                </a:lnTo>
                <a:lnTo>
                  <a:pt x="5375811" y="2221718"/>
                </a:lnTo>
                <a:lnTo>
                  <a:pt x="0" y="222171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6" id="6"/>
          <p:cNvSpPr/>
          <p:nvPr/>
        </p:nvSpPr>
        <p:spPr>
          <a:xfrm flipH="false" flipV="false" rot="3969514">
            <a:off x="1245456" y="1762882"/>
            <a:ext cx="802414" cy="996629"/>
          </a:xfrm>
          <a:custGeom>
            <a:avLst/>
            <a:gdLst/>
            <a:ahLst/>
            <a:cxnLst/>
            <a:rect r="r" b="b" t="t" l="l"/>
            <a:pathLst>
              <a:path h="996629" w="802414">
                <a:moveTo>
                  <a:pt x="0" y="0"/>
                </a:moveTo>
                <a:lnTo>
                  <a:pt x="802414" y="0"/>
                </a:lnTo>
                <a:lnTo>
                  <a:pt x="802414" y="996629"/>
                </a:lnTo>
                <a:lnTo>
                  <a:pt x="0" y="99662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0">
            <a:off x="12897587" y="340153"/>
            <a:ext cx="4198776" cy="4114800"/>
          </a:xfrm>
          <a:custGeom>
            <a:avLst/>
            <a:gdLst/>
            <a:ahLst/>
            <a:cxnLst/>
            <a:rect r="r" b="b" t="t" l="l"/>
            <a:pathLst>
              <a:path h="4114800" w="4198776">
                <a:moveTo>
                  <a:pt x="0" y="0"/>
                </a:moveTo>
                <a:lnTo>
                  <a:pt x="4198775" y="0"/>
                </a:lnTo>
                <a:lnTo>
                  <a:pt x="4198775" y="4114800"/>
                </a:lnTo>
                <a:lnTo>
                  <a:pt x="0" y="411480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8" id="8"/>
          <p:cNvSpPr/>
          <p:nvPr/>
        </p:nvSpPr>
        <p:spPr>
          <a:xfrm flipH="false" flipV="false" rot="0">
            <a:off x="3465685" y="5021426"/>
            <a:ext cx="2628224" cy="2806841"/>
          </a:xfrm>
          <a:custGeom>
            <a:avLst/>
            <a:gdLst/>
            <a:ahLst/>
            <a:cxnLst/>
            <a:rect r="r" b="b" t="t" l="l"/>
            <a:pathLst>
              <a:path h="2806841" w="2628224">
                <a:moveTo>
                  <a:pt x="0" y="0"/>
                </a:moveTo>
                <a:lnTo>
                  <a:pt x="2628224" y="0"/>
                </a:lnTo>
                <a:lnTo>
                  <a:pt x="2628224" y="2806842"/>
                </a:lnTo>
                <a:lnTo>
                  <a:pt x="0" y="2806842"/>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9" id="9"/>
          <p:cNvSpPr txBox="true"/>
          <p:nvPr/>
        </p:nvSpPr>
        <p:spPr>
          <a:xfrm rot="0">
            <a:off x="2952278" y="1940453"/>
            <a:ext cx="9254498" cy="2327377"/>
          </a:xfrm>
          <a:prstGeom prst="rect">
            <a:avLst/>
          </a:prstGeom>
        </p:spPr>
        <p:txBody>
          <a:bodyPr anchor="t" rtlCol="false" tIns="0" lIns="0" bIns="0" rIns="0">
            <a:spAutoFit/>
          </a:bodyPr>
          <a:lstStyle/>
          <a:p>
            <a:pPr algn="l">
              <a:lnSpc>
                <a:spcPts val="8872"/>
              </a:lnSpc>
            </a:pPr>
            <a:r>
              <a:rPr lang="en-US" sz="9540">
                <a:solidFill>
                  <a:srgbClr val="496592"/>
                </a:solidFill>
                <a:latin typeface="Fredoka"/>
                <a:ea typeface="Fredoka"/>
                <a:cs typeface="Fredoka"/>
                <a:sym typeface="Fredoka"/>
              </a:rPr>
              <a:t>The Spirit of Achievement</a:t>
            </a:r>
          </a:p>
        </p:txBody>
      </p:sp>
      <p:sp>
        <p:nvSpPr>
          <p:cNvPr name="TextBox 10" id="10"/>
          <p:cNvSpPr txBox="true"/>
          <p:nvPr/>
        </p:nvSpPr>
        <p:spPr>
          <a:xfrm rot="0">
            <a:off x="6607316" y="5116599"/>
            <a:ext cx="7689846" cy="3280273"/>
          </a:xfrm>
          <a:prstGeom prst="rect">
            <a:avLst/>
          </a:prstGeom>
        </p:spPr>
        <p:txBody>
          <a:bodyPr anchor="t" rtlCol="false" tIns="0" lIns="0" bIns="0" rIns="0">
            <a:spAutoFit/>
          </a:bodyPr>
          <a:lstStyle/>
          <a:p>
            <a:pPr algn="l">
              <a:lnSpc>
                <a:spcPts val="3690"/>
              </a:lnSpc>
            </a:pPr>
            <a:r>
              <a:rPr lang="en-US" sz="3728">
                <a:solidFill>
                  <a:srgbClr val="3B6492"/>
                </a:solidFill>
                <a:latin typeface="Itim"/>
                <a:ea typeface="Itim"/>
                <a:cs typeface="Itim"/>
                <a:sym typeface="Itim"/>
              </a:rPr>
              <a:t>Every certificate and m</a:t>
            </a:r>
            <a:r>
              <a:rPr lang="en-US" sz="3728">
                <a:solidFill>
                  <a:srgbClr val="3B6492"/>
                </a:solidFill>
                <a:latin typeface="Itim"/>
                <a:ea typeface="Itim"/>
                <a:cs typeface="Itim"/>
                <a:sym typeface="Itim"/>
              </a:rPr>
              <a:t>ilestone tells a story of perseverance. Behind every achievement are hours of study, failure, and growth. Recognition reminds us that hard work pays off and encourages us to continue pursuing excellence fearlessly.</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75083">
            <a:off x="-3956918" y="5940374"/>
            <a:ext cx="8668318" cy="4838498"/>
          </a:xfrm>
          <a:custGeom>
            <a:avLst/>
            <a:gdLst/>
            <a:ahLst/>
            <a:cxnLst/>
            <a:rect r="r" b="b" t="t" l="l"/>
            <a:pathLst>
              <a:path h="4838498" w="8668318">
                <a:moveTo>
                  <a:pt x="0" y="0"/>
                </a:moveTo>
                <a:lnTo>
                  <a:pt x="8668319" y="0"/>
                </a:lnTo>
                <a:lnTo>
                  <a:pt x="8668319" y="4838498"/>
                </a:lnTo>
                <a:lnTo>
                  <a:pt x="0" y="483849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544328">
            <a:off x="12738773" y="-1831688"/>
            <a:ext cx="7781841" cy="4343682"/>
          </a:xfrm>
          <a:custGeom>
            <a:avLst/>
            <a:gdLst/>
            <a:ahLst/>
            <a:cxnLst/>
            <a:rect r="r" b="b" t="t" l="l"/>
            <a:pathLst>
              <a:path h="4343682" w="7781841">
                <a:moveTo>
                  <a:pt x="0" y="0"/>
                </a:moveTo>
                <a:lnTo>
                  <a:pt x="7781841" y="0"/>
                </a:lnTo>
                <a:lnTo>
                  <a:pt x="7781841" y="4343682"/>
                </a:lnTo>
                <a:lnTo>
                  <a:pt x="0" y="434368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2227017">
            <a:off x="-1424434" y="7248764"/>
            <a:ext cx="5375811" cy="2221718"/>
          </a:xfrm>
          <a:custGeom>
            <a:avLst/>
            <a:gdLst/>
            <a:ahLst/>
            <a:cxnLst/>
            <a:rect r="r" b="b" t="t" l="l"/>
            <a:pathLst>
              <a:path h="2221718" w="5375811">
                <a:moveTo>
                  <a:pt x="0" y="0"/>
                </a:moveTo>
                <a:lnTo>
                  <a:pt x="5375811" y="0"/>
                </a:lnTo>
                <a:lnTo>
                  <a:pt x="5375811" y="2221718"/>
                </a:lnTo>
                <a:lnTo>
                  <a:pt x="0" y="222171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1214190">
            <a:off x="13941788" y="279300"/>
            <a:ext cx="5375811" cy="2221718"/>
          </a:xfrm>
          <a:custGeom>
            <a:avLst/>
            <a:gdLst/>
            <a:ahLst/>
            <a:cxnLst/>
            <a:rect r="r" b="b" t="t" l="l"/>
            <a:pathLst>
              <a:path h="2221718" w="5375811">
                <a:moveTo>
                  <a:pt x="0" y="0"/>
                </a:moveTo>
                <a:lnTo>
                  <a:pt x="5375811" y="0"/>
                </a:lnTo>
                <a:lnTo>
                  <a:pt x="5375811" y="2221717"/>
                </a:lnTo>
                <a:lnTo>
                  <a:pt x="0" y="222171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6" id="6"/>
          <p:cNvSpPr/>
          <p:nvPr/>
        </p:nvSpPr>
        <p:spPr>
          <a:xfrm flipH="false" flipV="false" rot="3969514">
            <a:off x="16588996" y="4076792"/>
            <a:ext cx="802414" cy="996629"/>
          </a:xfrm>
          <a:custGeom>
            <a:avLst/>
            <a:gdLst/>
            <a:ahLst/>
            <a:cxnLst/>
            <a:rect r="r" b="b" t="t" l="l"/>
            <a:pathLst>
              <a:path h="996629" w="802414">
                <a:moveTo>
                  <a:pt x="0" y="0"/>
                </a:moveTo>
                <a:lnTo>
                  <a:pt x="802414" y="0"/>
                </a:lnTo>
                <a:lnTo>
                  <a:pt x="802414" y="996629"/>
                </a:lnTo>
                <a:lnTo>
                  <a:pt x="0" y="99662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3969514">
            <a:off x="1245456" y="4076792"/>
            <a:ext cx="802414" cy="996629"/>
          </a:xfrm>
          <a:custGeom>
            <a:avLst/>
            <a:gdLst/>
            <a:ahLst/>
            <a:cxnLst/>
            <a:rect r="r" b="b" t="t" l="l"/>
            <a:pathLst>
              <a:path h="996629" w="802414">
                <a:moveTo>
                  <a:pt x="0" y="0"/>
                </a:moveTo>
                <a:lnTo>
                  <a:pt x="802414" y="0"/>
                </a:lnTo>
                <a:lnTo>
                  <a:pt x="802414" y="996629"/>
                </a:lnTo>
                <a:lnTo>
                  <a:pt x="0" y="99662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0">
            <a:off x="1545025" y="650806"/>
            <a:ext cx="2971726" cy="3584319"/>
          </a:xfrm>
          <a:custGeom>
            <a:avLst/>
            <a:gdLst/>
            <a:ahLst/>
            <a:cxnLst/>
            <a:rect r="r" b="b" t="t" l="l"/>
            <a:pathLst>
              <a:path h="3584319" w="2971726">
                <a:moveTo>
                  <a:pt x="0" y="0"/>
                </a:moveTo>
                <a:lnTo>
                  <a:pt x="2971726" y="0"/>
                </a:lnTo>
                <a:lnTo>
                  <a:pt x="2971726" y="3584318"/>
                </a:lnTo>
                <a:lnTo>
                  <a:pt x="0" y="3584318"/>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9" id="9"/>
          <p:cNvSpPr/>
          <p:nvPr/>
        </p:nvSpPr>
        <p:spPr>
          <a:xfrm flipH="false" flipV="false" rot="0">
            <a:off x="13835907" y="6935734"/>
            <a:ext cx="3772259" cy="3004090"/>
          </a:xfrm>
          <a:custGeom>
            <a:avLst/>
            <a:gdLst/>
            <a:ahLst/>
            <a:cxnLst/>
            <a:rect r="r" b="b" t="t" l="l"/>
            <a:pathLst>
              <a:path h="3004090" w="3772259">
                <a:moveTo>
                  <a:pt x="0" y="0"/>
                </a:moveTo>
                <a:lnTo>
                  <a:pt x="3772259" y="0"/>
                </a:lnTo>
                <a:lnTo>
                  <a:pt x="3772259" y="3004090"/>
                </a:lnTo>
                <a:lnTo>
                  <a:pt x="0" y="300409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10" id="10"/>
          <p:cNvSpPr txBox="true"/>
          <p:nvPr/>
        </p:nvSpPr>
        <p:spPr>
          <a:xfrm rot="0">
            <a:off x="4790334" y="5328682"/>
            <a:ext cx="8707332" cy="3290304"/>
          </a:xfrm>
          <a:prstGeom prst="rect">
            <a:avLst/>
          </a:prstGeom>
        </p:spPr>
        <p:txBody>
          <a:bodyPr anchor="t" rtlCol="false" tIns="0" lIns="0" bIns="0" rIns="0">
            <a:spAutoFit/>
          </a:bodyPr>
          <a:lstStyle/>
          <a:p>
            <a:pPr algn="ctr">
              <a:lnSpc>
                <a:spcPts val="3690"/>
              </a:lnSpc>
            </a:pPr>
            <a:r>
              <a:rPr lang="en-US" sz="3728">
                <a:solidFill>
                  <a:srgbClr val="3B6492"/>
                </a:solidFill>
                <a:latin typeface="Itim"/>
                <a:ea typeface="Itim"/>
                <a:cs typeface="Itim"/>
                <a:sym typeface="Itim"/>
              </a:rPr>
              <a:t>Education illum</a:t>
            </a:r>
            <a:r>
              <a:rPr lang="en-US" sz="3728">
                <a:solidFill>
                  <a:srgbClr val="3B6492"/>
                </a:solidFill>
                <a:latin typeface="Itim"/>
                <a:ea typeface="Itim"/>
                <a:cs typeface="Itim"/>
                <a:sym typeface="Itim"/>
              </a:rPr>
              <a:t>inates the path toward opportunity and empowerment. It equips us to question, innovate, and improve the world around us. Knowledge breaks barriers and becomes the torch that guides generations toward progress and understanding.</a:t>
            </a:r>
          </a:p>
        </p:txBody>
      </p:sp>
      <p:sp>
        <p:nvSpPr>
          <p:cNvPr name="TextBox 11" id="11"/>
          <p:cNvSpPr txBox="true"/>
          <p:nvPr/>
        </p:nvSpPr>
        <p:spPr>
          <a:xfrm rot="0">
            <a:off x="4516751" y="2322320"/>
            <a:ext cx="9254498" cy="2327377"/>
          </a:xfrm>
          <a:prstGeom prst="rect">
            <a:avLst/>
          </a:prstGeom>
        </p:spPr>
        <p:txBody>
          <a:bodyPr anchor="t" rtlCol="false" tIns="0" lIns="0" bIns="0" rIns="0">
            <a:spAutoFit/>
          </a:bodyPr>
          <a:lstStyle/>
          <a:p>
            <a:pPr algn="ctr">
              <a:lnSpc>
                <a:spcPts val="8872"/>
              </a:lnSpc>
            </a:pPr>
            <a:r>
              <a:rPr lang="en-US" sz="9540">
                <a:solidFill>
                  <a:srgbClr val="496592"/>
                </a:solidFill>
                <a:latin typeface="Fredoka"/>
                <a:ea typeface="Fredoka"/>
                <a:cs typeface="Fredoka"/>
                <a:sym typeface="Fredoka"/>
              </a:rPr>
              <a:t>Knowledge Lights the Way</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75083">
            <a:off x="-3305459" y="-671429"/>
            <a:ext cx="8668318" cy="4838498"/>
          </a:xfrm>
          <a:custGeom>
            <a:avLst/>
            <a:gdLst/>
            <a:ahLst/>
            <a:cxnLst/>
            <a:rect r="r" b="b" t="t" l="l"/>
            <a:pathLst>
              <a:path h="4838498" w="8668318">
                <a:moveTo>
                  <a:pt x="0" y="0"/>
                </a:moveTo>
                <a:lnTo>
                  <a:pt x="8668318" y="0"/>
                </a:lnTo>
                <a:lnTo>
                  <a:pt x="8668318" y="4838498"/>
                </a:lnTo>
                <a:lnTo>
                  <a:pt x="0" y="483849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2227017">
            <a:off x="203579" y="1236297"/>
            <a:ext cx="5375811" cy="2221718"/>
          </a:xfrm>
          <a:custGeom>
            <a:avLst/>
            <a:gdLst/>
            <a:ahLst/>
            <a:cxnLst/>
            <a:rect r="r" b="b" t="t" l="l"/>
            <a:pathLst>
              <a:path h="2221718" w="5375811">
                <a:moveTo>
                  <a:pt x="0" y="0"/>
                </a:moveTo>
                <a:lnTo>
                  <a:pt x="5375811" y="0"/>
                </a:lnTo>
                <a:lnTo>
                  <a:pt x="5375811" y="2221718"/>
                </a:lnTo>
                <a:lnTo>
                  <a:pt x="0" y="222171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2227017">
            <a:off x="15065264" y="7585655"/>
            <a:ext cx="5375811" cy="2221718"/>
          </a:xfrm>
          <a:custGeom>
            <a:avLst/>
            <a:gdLst/>
            <a:ahLst/>
            <a:cxnLst/>
            <a:rect r="r" b="b" t="t" l="l"/>
            <a:pathLst>
              <a:path h="2221718" w="5375811">
                <a:moveTo>
                  <a:pt x="0" y="0"/>
                </a:moveTo>
                <a:lnTo>
                  <a:pt x="5375811" y="0"/>
                </a:lnTo>
                <a:lnTo>
                  <a:pt x="5375811" y="2221718"/>
                </a:lnTo>
                <a:lnTo>
                  <a:pt x="0" y="222171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5" id="5"/>
          <p:cNvSpPr txBox="true"/>
          <p:nvPr/>
        </p:nvSpPr>
        <p:spPr>
          <a:xfrm rot="0">
            <a:off x="7146197" y="2245170"/>
            <a:ext cx="9254498" cy="2327377"/>
          </a:xfrm>
          <a:prstGeom prst="rect">
            <a:avLst/>
          </a:prstGeom>
        </p:spPr>
        <p:txBody>
          <a:bodyPr anchor="t" rtlCol="false" tIns="0" lIns="0" bIns="0" rIns="0">
            <a:spAutoFit/>
          </a:bodyPr>
          <a:lstStyle/>
          <a:p>
            <a:pPr algn="ctr">
              <a:lnSpc>
                <a:spcPts val="8872"/>
              </a:lnSpc>
            </a:pPr>
            <a:r>
              <a:rPr lang="en-US" sz="9540">
                <a:solidFill>
                  <a:srgbClr val="496592"/>
                </a:solidFill>
                <a:latin typeface="Fredoka"/>
                <a:ea typeface="Fredoka"/>
                <a:cs typeface="Fredoka"/>
                <a:sym typeface="Fredoka"/>
              </a:rPr>
              <a:t>Innovation in Learning</a:t>
            </a:r>
          </a:p>
        </p:txBody>
      </p:sp>
      <p:sp>
        <p:nvSpPr>
          <p:cNvPr name="TextBox 6" id="6"/>
          <p:cNvSpPr txBox="true"/>
          <p:nvPr/>
        </p:nvSpPr>
        <p:spPr>
          <a:xfrm rot="0">
            <a:off x="7626172" y="5217140"/>
            <a:ext cx="8294546" cy="3290304"/>
          </a:xfrm>
          <a:prstGeom prst="rect">
            <a:avLst/>
          </a:prstGeom>
        </p:spPr>
        <p:txBody>
          <a:bodyPr anchor="t" rtlCol="false" tIns="0" lIns="0" bIns="0" rIns="0">
            <a:spAutoFit/>
          </a:bodyPr>
          <a:lstStyle/>
          <a:p>
            <a:pPr algn="ctr">
              <a:lnSpc>
                <a:spcPts val="3690"/>
              </a:lnSpc>
            </a:pPr>
            <a:r>
              <a:rPr lang="en-US" sz="3728">
                <a:solidFill>
                  <a:srgbClr val="3B6492"/>
                </a:solidFill>
                <a:latin typeface="Itim"/>
                <a:ea typeface="Itim"/>
                <a:cs typeface="Itim"/>
                <a:sym typeface="Itim"/>
              </a:rPr>
              <a:t>Modern education embr</a:t>
            </a:r>
            <a:r>
              <a:rPr lang="en-US" sz="3728">
                <a:solidFill>
                  <a:srgbClr val="3B6492"/>
                </a:solidFill>
                <a:latin typeface="Itim"/>
                <a:ea typeface="Itim"/>
                <a:cs typeface="Itim"/>
                <a:sym typeface="Itim"/>
              </a:rPr>
              <a:t>aces creativity, technology, and collaboration. Digital learning tools and interactive methods allow students to explore ideas freely. Innovation in education ensures that knowledge remains relevant in a fast-changing world.</a:t>
            </a:r>
          </a:p>
        </p:txBody>
      </p:sp>
      <p:sp>
        <p:nvSpPr>
          <p:cNvPr name="Freeform 7" id="7"/>
          <p:cNvSpPr/>
          <p:nvPr/>
        </p:nvSpPr>
        <p:spPr>
          <a:xfrm flipH="false" flipV="false" rot="3969514">
            <a:off x="16240130" y="1499206"/>
            <a:ext cx="802414" cy="996629"/>
          </a:xfrm>
          <a:custGeom>
            <a:avLst/>
            <a:gdLst/>
            <a:ahLst/>
            <a:cxnLst/>
            <a:rect r="r" b="b" t="t" l="l"/>
            <a:pathLst>
              <a:path h="996629" w="802414">
                <a:moveTo>
                  <a:pt x="0" y="0"/>
                </a:moveTo>
                <a:lnTo>
                  <a:pt x="802414" y="0"/>
                </a:lnTo>
                <a:lnTo>
                  <a:pt x="802414" y="996629"/>
                </a:lnTo>
                <a:lnTo>
                  <a:pt x="0" y="99662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3969514">
            <a:off x="5940965" y="3788253"/>
            <a:ext cx="802414" cy="996629"/>
          </a:xfrm>
          <a:custGeom>
            <a:avLst/>
            <a:gdLst/>
            <a:ahLst/>
            <a:cxnLst/>
            <a:rect r="r" b="b" t="t" l="l"/>
            <a:pathLst>
              <a:path h="996629" w="802414">
                <a:moveTo>
                  <a:pt x="0" y="0"/>
                </a:moveTo>
                <a:lnTo>
                  <a:pt x="802414" y="0"/>
                </a:lnTo>
                <a:lnTo>
                  <a:pt x="802414" y="996629"/>
                </a:lnTo>
                <a:lnTo>
                  <a:pt x="0" y="99662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false" flipV="false" rot="0">
            <a:off x="1264810" y="5140940"/>
            <a:ext cx="4440365" cy="4383852"/>
          </a:xfrm>
          <a:custGeom>
            <a:avLst/>
            <a:gdLst/>
            <a:ahLst/>
            <a:cxnLst/>
            <a:rect r="r" b="b" t="t" l="l"/>
            <a:pathLst>
              <a:path h="4383852" w="4440365">
                <a:moveTo>
                  <a:pt x="0" y="0"/>
                </a:moveTo>
                <a:lnTo>
                  <a:pt x="4440366" y="0"/>
                </a:lnTo>
                <a:lnTo>
                  <a:pt x="4440366" y="4383851"/>
                </a:lnTo>
                <a:lnTo>
                  <a:pt x="0" y="4383851"/>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75083">
            <a:off x="-3529408" y="2834851"/>
            <a:ext cx="6235444" cy="3480512"/>
          </a:xfrm>
          <a:custGeom>
            <a:avLst/>
            <a:gdLst/>
            <a:ahLst/>
            <a:cxnLst/>
            <a:rect r="r" b="b" t="t" l="l"/>
            <a:pathLst>
              <a:path h="3480512" w="6235444">
                <a:moveTo>
                  <a:pt x="0" y="0"/>
                </a:moveTo>
                <a:lnTo>
                  <a:pt x="6235445" y="0"/>
                </a:lnTo>
                <a:lnTo>
                  <a:pt x="6235445" y="3480512"/>
                </a:lnTo>
                <a:lnTo>
                  <a:pt x="0" y="348051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108981">
            <a:off x="14141578" y="-598140"/>
            <a:ext cx="6235444" cy="3480512"/>
          </a:xfrm>
          <a:custGeom>
            <a:avLst/>
            <a:gdLst/>
            <a:ahLst/>
            <a:cxnLst/>
            <a:rect r="r" b="b" t="t" l="l"/>
            <a:pathLst>
              <a:path h="3480512" w="6235444">
                <a:moveTo>
                  <a:pt x="6235444" y="0"/>
                </a:moveTo>
                <a:lnTo>
                  <a:pt x="0" y="0"/>
                </a:lnTo>
                <a:lnTo>
                  <a:pt x="0" y="3480512"/>
                </a:lnTo>
                <a:lnTo>
                  <a:pt x="6235444" y="3480512"/>
                </a:lnTo>
                <a:lnTo>
                  <a:pt x="6235444"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2227017">
            <a:off x="-1866331" y="8471617"/>
            <a:ext cx="5375811" cy="2221718"/>
          </a:xfrm>
          <a:custGeom>
            <a:avLst/>
            <a:gdLst/>
            <a:ahLst/>
            <a:cxnLst/>
            <a:rect r="r" b="b" t="t" l="l"/>
            <a:pathLst>
              <a:path h="2221718" w="5375811">
                <a:moveTo>
                  <a:pt x="0" y="0"/>
                </a:moveTo>
                <a:lnTo>
                  <a:pt x="5375811" y="0"/>
                </a:lnTo>
                <a:lnTo>
                  <a:pt x="5375811" y="2221718"/>
                </a:lnTo>
                <a:lnTo>
                  <a:pt x="0" y="222171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1214190">
            <a:off x="13687912" y="7286013"/>
            <a:ext cx="5375811" cy="2221718"/>
          </a:xfrm>
          <a:custGeom>
            <a:avLst/>
            <a:gdLst/>
            <a:ahLst/>
            <a:cxnLst/>
            <a:rect r="r" b="b" t="t" l="l"/>
            <a:pathLst>
              <a:path h="2221718" w="5375811">
                <a:moveTo>
                  <a:pt x="0" y="0"/>
                </a:moveTo>
                <a:lnTo>
                  <a:pt x="5375811" y="0"/>
                </a:lnTo>
                <a:lnTo>
                  <a:pt x="5375811" y="2221718"/>
                </a:lnTo>
                <a:lnTo>
                  <a:pt x="0" y="222171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6" id="6"/>
          <p:cNvSpPr/>
          <p:nvPr/>
        </p:nvSpPr>
        <p:spPr>
          <a:xfrm flipH="false" flipV="false" rot="3969514">
            <a:off x="1245456" y="1762882"/>
            <a:ext cx="802414" cy="996629"/>
          </a:xfrm>
          <a:custGeom>
            <a:avLst/>
            <a:gdLst/>
            <a:ahLst/>
            <a:cxnLst/>
            <a:rect r="r" b="b" t="t" l="l"/>
            <a:pathLst>
              <a:path h="996629" w="802414">
                <a:moveTo>
                  <a:pt x="0" y="0"/>
                </a:moveTo>
                <a:lnTo>
                  <a:pt x="802414" y="0"/>
                </a:lnTo>
                <a:lnTo>
                  <a:pt x="802414" y="996629"/>
                </a:lnTo>
                <a:lnTo>
                  <a:pt x="0" y="99662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0">
            <a:off x="2757652" y="5143500"/>
            <a:ext cx="3150722" cy="3718664"/>
          </a:xfrm>
          <a:custGeom>
            <a:avLst/>
            <a:gdLst/>
            <a:ahLst/>
            <a:cxnLst/>
            <a:rect r="r" b="b" t="t" l="l"/>
            <a:pathLst>
              <a:path h="3718664" w="3150722">
                <a:moveTo>
                  <a:pt x="0" y="0"/>
                </a:moveTo>
                <a:lnTo>
                  <a:pt x="3150722" y="0"/>
                </a:lnTo>
                <a:lnTo>
                  <a:pt x="3150722" y="3718664"/>
                </a:lnTo>
                <a:lnTo>
                  <a:pt x="0" y="3718664"/>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8" id="8"/>
          <p:cNvSpPr/>
          <p:nvPr/>
        </p:nvSpPr>
        <p:spPr>
          <a:xfrm flipH="false" flipV="false" rot="0">
            <a:off x="11697687" y="1028700"/>
            <a:ext cx="5198950" cy="3317875"/>
          </a:xfrm>
          <a:custGeom>
            <a:avLst/>
            <a:gdLst/>
            <a:ahLst/>
            <a:cxnLst/>
            <a:rect r="r" b="b" t="t" l="l"/>
            <a:pathLst>
              <a:path h="3317875" w="5198950">
                <a:moveTo>
                  <a:pt x="0" y="0"/>
                </a:moveTo>
                <a:lnTo>
                  <a:pt x="5198950" y="0"/>
                </a:lnTo>
                <a:lnTo>
                  <a:pt x="5198950" y="3317875"/>
                </a:lnTo>
                <a:lnTo>
                  <a:pt x="0" y="3317875"/>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9" id="9"/>
          <p:cNvSpPr txBox="true"/>
          <p:nvPr/>
        </p:nvSpPr>
        <p:spPr>
          <a:xfrm rot="0">
            <a:off x="2952278" y="1940453"/>
            <a:ext cx="8062136" cy="2327377"/>
          </a:xfrm>
          <a:prstGeom prst="rect">
            <a:avLst/>
          </a:prstGeom>
        </p:spPr>
        <p:txBody>
          <a:bodyPr anchor="t" rtlCol="false" tIns="0" lIns="0" bIns="0" rIns="0">
            <a:spAutoFit/>
          </a:bodyPr>
          <a:lstStyle/>
          <a:p>
            <a:pPr algn="l">
              <a:lnSpc>
                <a:spcPts val="8872"/>
              </a:lnSpc>
            </a:pPr>
            <a:r>
              <a:rPr lang="en-US" sz="9540">
                <a:solidFill>
                  <a:srgbClr val="496592"/>
                </a:solidFill>
                <a:latin typeface="Fredoka"/>
                <a:ea typeface="Fredoka"/>
                <a:cs typeface="Fredoka"/>
                <a:sym typeface="Fredoka"/>
              </a:rPr>
              <a:t>The Role of Teachers</a:t>
            </a:r>
          </a:p>
        </p:txBody>
      </p:sp>
      <p:sp>
        <p:nvSpPr>
          <p:cNvPr name="TextBox 10" id="10"/>
          <p:cNvSpPr txBox="true"/>
          <p:nvPr/>
        </p:nvSpPr>
        <p:spPr>
          <a:xfrm rot="0">
            <a:off x="6607316" y="5116599"/>
            <a:ext cx="7689846" cy="3745565"/>
          </a:xfrm>
          <a:prstGeom prst="rect">
            <a:avLst/>
          </a:prstGeom>
        </p:spPr>
        <p:txBody>
          <a:bodyPr anchor="t" rtlCol="false" tIns="0" lIns="0" bIns="0" rIns="0">
            <a:spAutoFit/>
          </a:bodyPr>
          <a:lstStyle/>
          <a:p>
            <a:pPr algn="l">
              <a:lnSpc>
                <a:spcPts val="3690"/>
              </a:lnSpc>
            </a:pPr>
            <a:r>
              <a:rPr lang="en-US" sz="3728">
                <a:solidFill>
                  <a:srgbClr val="3B6492"/>
                </a:solidFill>
                <a:latin typeface="Itim"/>
                <a:ea typeface="Itim"/>
                <a:cs typeface="Itim"/>
                <a:sym typeface="Itim"/>
              </a:rPr>
              <a:t>Teachers are bu</a:t>
            </a:r>
            <a:r>
              <a:rPr lang="en-US" sz="3728">
                <a:solidFill>
                  <a:srgbClr val="3B6492"/>
                </a:solidFill>
                <a:latin typeface="Itim"/>
                <a:ea typeface="Itim"/>
                <a:cs typeface="Itim"/>
                <a:sym typeface="Itim"/>
              </a:rPr>
              <a:t>ilders of futures. With patience and dedication, they guide young minds, nurturing critical thinking and empathy. A great teacher doesn’t just transfer knowledge but inspires lifelong curiosity and confidence in every learner.</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75083">
            <a:off x="-3956918" y="5940374"/>
            <a:ext cx="8668318" cy="4838498"/>
          </a:xfrm>
          <a:custGeom>
            <a:avLst/>
            <a:gdLst/>
            <a:ahLst/>
            <a:cxnLst/>
            <a:rect r="r" b="b" t="t" l="l"/>
            <a:pathLst>
              <a:path h="4838498" w="8668318">
                <a:moveTo>
                  <a:pt x="0" y="0"/>
                </a:moveTo>
                <a:lnTo>
                  <a:pt x="8668319" y="0"/>
                </a:lnTo>
                <a:lnTo>
                  <a:pt x="8668319" y="4838498"/>
                </a:lnTo>
                <a:lnTo>
                  <a:pt x="0" y="483849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544328">
            <a:off x="12738773" y="-1831688"/>
            <a:ext cx="7781841" cy="4343682"/>
          </a:xfrm>
          <a:custGeom>
            <a:avLst/>
            <a:gdLst/>
            <a:ahLst/>
            <a:cxnLst/>
            <a:rect r="r" b="b" t="t" l="l"/>
            <a:pathLst>
              <a:path h="4343682" w="7781841">
                <a:moveTo>
                  <a:pt x="0" y="0"/>
                </a:moveTo>
                <a:lnTo>
                  <a:pt x="7781841" y="0"/>
                </a:lnTo>
                <a:lnTo>
                  <a:pt x="7781841" y="4343682"/>
                </a:lnTo>
                <a:lnTo>
                  <a:pt x="0" y="434368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2227017">
            <a:off x="-1424434" y="7248764"/>
            <a:ext cx="5375811" cy="2221718"/>
          </a:xfrm>
          <a:custGeom>
            <a:avLst/>
            <a:gdLst/>
            <a:ahLst/>
            <a:cxnLst/>
            <a:rect r="r" b="b" t="t" l="l"/>
            <a:pathLst>
              <a:path h="2221718" w="5375811">
                <a:moveTo>
                  <a:pt x="0" y="0"/>
                </a:moveTo>
                <a:lnTo>
                  <a:pt x="5375811" y="0"/>
                </a:lnTo>
                <a:lnTo>
                  <a:pt x="5375811" y="2221718"/>
                </a:lnTo>
                <a:lnTo>
                  <a:pt x="0" y="222171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1214190">
            <a:off x="13941788" y="279300"/>
            <a:ext cx="5375811" cy="2221718"/>
          </a:xfrm>
          <a:custGeom>
            <a:avLst/>
            <a:gdLst/>
            <a:ahLst/>
            <a:cxnLst/>
            <a:rect r="r" b="b" t="t" l="l"/>
            <a:pathLst>
              <a:path h="2221718" w="5375811">
                <a:moveTo>
                  <a:pt x="0" y="0"/>
                </a:moveTo>
                <a:lnTo>
                  <a:pt x="5375811" y="0"/>
                </a:lnTo>
                <a:lnTo>
                  <a:pt x="5375811" y="2221717"/>
                </a:lnTo>
                <a:lnTo>
                  <a:pt x="0" y="222171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6" id="6"/>
          <p:cNvSpPr/>
          <p:nvPr/>
        </p:nvSpPr>
        <p:spPr>
          <a:xfrm flipH="false" flipV="false" rot="3969514">
            <a:off x="16588996" y="4076792"/>
            <a:ext cx="802414" cy="996629"/>
          </a:xfrm>
          <a:custGeom>
            <a:avLst/>
            <a:gdLst/>
            <a:ahLst/>
            <a:cxnLst/>
            <a:rect r="r" b="b" t="t" l="l"/>
            <a:pathLst>
              <a:path h="996629" w="802414">
                <a:moveTo>
                  <a:pt x="0" y="0"/>
                </a:moveTo>
                <a:lnTo>
                  <a:pt x="802414" y="0"/>
                </a:lnTo>
                <a:lnTo>
                  <a:pt x="802414" y="996629"/>
                </a:lnTo>
                <a:lnTo>
                  <a:pt x="0" y="99662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3969514">
            <a:off x="1245456" y="4076792"/>
            <a:ext cx="802414" cy="996629"/>
          </a:xfrm>
          <a:custGeom>
            <a:avLst/>
            <a:gdLst/>
            <a:ahLst/>
            <a:cxnLst/>
            <a:rect r="r" b="b" t="t" l="l"/>
            <a:pathLst>
              <a:path h="996629" w="802414">
                <a:moveTo>
                  <a:pt x="0" y="0"/>
                </a:moveTo>
                <a:lnTo>
                  <a:pt x="802414" y="0"/>
                </a:lnTo>
                <a:lnTo>
                  <a:pt x="802414" y="996629"/>
                </a:lnTo>
                <a:lnTo>
                  <a:pt x="0" y="99662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480570">
            <a:off x="14122887" y="7207152"/>
            <a:ext cx="3625557" cy="2841118"/>
          </a:xfrm>
          <a:custGeom>
            <a:avLst/>
            <a:gdLst/>
            <a:ahLst/>
            <a:cxnLst/>
            <a:rect r="r" b="b" t="t" l="l"/>
            <a:pathLst>
              <a:path h="2841118" w="3625557">
                <a:moveTo>
                  <a:pt x="0" y="0"/>
                </a:moveTo>
                <a:lnTo>
                  <a:pt x="3625557" y="0"/>
                </a:lnTo>
                <a:lnTo>
                  <a:pt x="3625557" y="2841118"/>
                </a:lnTo>
                <a:lnTo>
                  <a:pt x="0" y="2841118"/>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9" id="9"/>
          <p:cNvSpPr/>
          <p:nvPr/>
        </p:nvSpPr>
        <p:spPr>
          <a:xfrm flipH="false" flipV="false" rot="333374">
            <a:off x="1306190" y="1099759"/>
            <a:ext cx="3056278" cy="3335224"/>
          </a:xfrm>
          <a:custGeom>
            <a:avLst/>
            <a:gdLst/>
            <a:ahLst/>
            <a:cxnLst/>
            <a:rect r="r" b="b" t="t" l="l"/>
            <a:pathLst>
              <a:path h="3335224" w="3056278">
                <a:moveTo>
                  <a:pt x="0" y="0"/>
                </a:moveTo>
                <a:lnTo>
                  <a:pt x="3056278" y="0"/>
                </a:lnTo>
                <a:lnTo>
                  <a:pt x="3056278" y="3335224"/>
                </a:lnTo>
                <a:lnTo>
                  <a:pt x="0" y="3335224"/>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10" id="10"/>
          <p:cNvSpPr txBox="true"/>
          <p:nvPr/>
        </p:nvSpPr>
        <p:spPr>
          <a:xfrm rot="0">
            <a:off x="4790334" y="5328682"/>
            <a:ext cx="8707332" cy="2823579"/>
          </a:xfrm>
          <a:prstGeom prst="rect">
            <a:avLst/>
          </a:prstGeom>
        </p:spPr>
        <p:txBody>
          <a:bodyPr anchor="t" rtlCol="false" tIns="0" lIns="0" bIns="0" rIns="0">
            <a:spAutoFit/>
          </a:bodyPr>
          <a:lstStyle/>
          <a:p>
            <a:pPr algn="ctr">
              <a:lnSpc>
                <a:spcPts val="3690"/>
              </a:lnSpc>
            </a:pPr>
            <a:r>
              <a:rPr lang="en-US" sz="3728">
                <a:solidFill>
                  <a:srgbClr val="3B6492"/>
                </a:solidFill>
                <a:latin typeface="Itim"/>
                <a:ea typeface="Itim"/>
                <a:cs typeface="Itim"/>
                <a:sym typeface="Itim"/>
              </a:rPr>
              <a:t>Excelle</a:t>
            </a:r>
            <a:r>
              <a:rPr lang="en-US" sz="3728">
                <a:solidFill>
                  <a:srgbClr val="3B6492"/>
                </a:solidFill>
                <a:latin typeface="Itim"/>
                <a:ea typeface="Itim"/>
                <a:cs typeface="Itim"/>
                <a:sym typeface="Itim"/>
              </a:rPr>
              <a:t>nce is a journey, not a destination. Every skill mastered and every lesson learned adds to our growth. The pursuit of improvement fuels our potential, reminding us that learning continues long after graduation.</a:t>
            </a:r>
          </a:p>
        </p:txBody>
      </p:sp>
      <p:sp>
        <p:nvSpPr>
          <p:cNvPr name="TextBox 11" id="11"/>
          <p:cNvSpPr txBox="true"/>
          <p:nvPr/>
        </p:nvSpPr>
        <p:spPr>
          <a:xfrm rot="0">
            <a:off x="4516751" y="2322320"/>
            <a:ext cx="9254498" cy="2327377"/>
          </a:xfrm>
          <a:prstGeom prst="rect">
            <a:avLst/>
          </a:prstGeom>
        </p:spPr>
        <p:txBody>
          <a:bodyPr anchor="t" rtlCol="false" tIns="0" lIns="0" bIns="0" rIns="0">
            <a:spAutoFit/>
          </a:bodyPr>
          <a:lstStyle/>
          <a:p>
            <a:pPr algn="ctr">
              <a:lnSpc>
                <a:spcPts val="8872"/>
              </a:lnSpc>
            </a:pPr>
            <a:r>
              <a:rPr lang="en-US" sz="9540">
                <a:solidFill>
                  <a:srgbClr val="496592"/>
                </a:solidFill>
                <a:latin typeface="Fredoka"/>
                <a:ea typeface="Fredoka"/>
                <a:cs typeface="Fredoka"/>
                <a:sym typeface="Fredoka"/>
              </a:rPr>
              <a:t>Continuous Improvement</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75083">
            <a:off x="-3305459" y="-671429"/>
            <a:ext cx="8668318" cy="4838498"/>
          </a:xfrm>
          <a:custGeom>
            <a:avLst/>
            <a:gdLst/>
            <a:ahLst/>
            <a:cxnLst/>
            <a:rect r="r" b="b" t="t" l="l"/>
            <a:pathLst>
              <a:path h="4838498" w="8668318">
                <a:moveTo>
                  <a:pt x="0" y="0"/>
                </a:moveTo>
                <a:lnTo>
                  <a:pt x="8668318" y="0"/>
                </a:lnTo>
                <a:lnTo>
                  <a:pt x="8668318" y="4838498"/>
                </a:lnTo>
                <a:lnTo>
                  <a:pt x="0" y="483849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2227017">
            <a:off x="203579" y="1236297"/>
            <a:ext cx="5375811" cy="2221718"/>
          </a:xfrm>
          <a:custGeom>
            <a:avLst/>
            <a:gdLst/>
            <a:ahLst/>
            <a:cxnLst/>
            <a:rect r="r" b="b" t="t" l="l"/>
            <a:pathLst>
              <a:path h="2221718" w="5375811">
                <a:moveTo>
                  <a:pt x="0" y="0"/>
                </a:moveTo>
                <a:lnTo>
                  <a:pt x="5375811" y="0"/>
                </a:lnTo>
                <a:lnTo>
                  <a:pt x="5375811" y="2221718"/>
                </a:lnTo>
                <a:lnTo>
                  <a:pt x="0" y="222171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2227017">
            <a:off x="15065264" y="7585655"/>
            <a:ext cx="5375811" cy="2221718"/>
          </a:xfrm>
          <a:custGeom>
            <a:avLst/>
            <a:gdLst/>
            <a:ahLst/>
            <a:cxnLst/>
            <a:rect r="r" b="b" t="t" l="l"/>
            <a:pathLst>
              <a:path h="2221718" w="5375811">
                <a:moveTo>
                  <a:pt x="0" y="0"/>
                </a:moveTo>
                <a:lnTo>
                  <a:pt x="5375811" y="0"/>
                </a:lnTo>
                <a:lnTo>
                  <a:pt x="5375811" y="2221718"/>
                </a:lnTo>
                <a:lnTo>
                  <a:pt x="0" y="222171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5" id="5"/>
          <p:cNvSpPr txBox="true"/>
          <p:nvPr/>
        </p:nvSpPr>
        <p:spPr>
          <a:xfrm rot="0">
            <a:off x="7146197" y="2245170"/>
            <a:ext cx="9254498" cy="2327377"/>
          </a:xfrm>
          <a:prstGeom prst="rect">
            <a:avLst/>
          </a:prstGeom>
        </p:spPr>
        <p:txBody>
          <a:bodyPr anchor="t" rtlCol="false" tIns="0" lIns="0" bIns="0" rIns="0">
            <a:spAutoFit/>
          </a:bodyPr>
          <a:lstStyle/>
          <a:p>
            <a:pPr algn="ctr">
              <a:lnSpc>
                <a:spcPts val="8872"/>
              </a:lnSpc>
            </a:pPr>
            <a:r>
              <a:rPr lang="en-US" sz="9540">
                <a:solidFill>
                  <a:srgbClr val="496592"/>
                </a:solidFill>
                <a:latin typeface="Fredoka"/>
                <a:ea typeface="Fredoka"/>
                <a:cs typeface="Fredoka"/>
                <a:sym typeface="Fredoka"/>
              </a:rPr>
              <a:t>Graduation and New Beginnings</a:t>
            </a:r>
          </a:p>
        </p:txBody>
      </p:sp>
      <p:sp>
        <p:nvSpPr>
          <p:cNvPr name="Freeform 6" id="6"/>
          <p:cNvSpPr/>
          <p:nvPr/>
        </p:nvSpPr>
        <p:spPr>
          <a:xfrm flipH="false" flipV="false" rot="3969514">
            <a:off x="16240130" y="1098779"/>
            <a:ext cx="802414" cy="996629"/>
          </a:xfrm>
          <a:custGeom>
            <a:avLst/>
            <a:gdLst/>
            <a:ahLst/>
            <a:cxnLst/>
            <a:rect r="r" b="b" t="t" l="l"/>
            <a:pathLst>
              <a:path h="996629" w="802414">
                <a:moveTo>
                  <a:pt x="0" y="0"/>
                </a:moveTo>
                <a:lnTo>
                  <a:pt x="802414" y="0"/>
                </a:lnTo>
                <a:lnTo>
                  <a:pt x="802414" y="996629"/>
                </a:lnTo>
                <a:lnTo>
                  <a:pt x="0" y="99662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3969514">
            <a:off x="5940965" y="3788253"/>
            <a:ext cx="802414" cy="996629"/>
          </a:xfrm>
          <a:custGeom>
            <a:avLst/>
            <a:gdLst/>
            <a:ahLst/>
            <a:cxnLst/>
            <a:rect r="r" b="b" t="t" l="l"/>
            <a:pathLst>
              <a:path h="996629" w="802414">
                <a:moveTo>
                  <a:pt x="0" y="0"/>
                </a:moveTo>
                <a:lnTo>
                  <a:pt x="802414" y="0"/>
                </a:lnTo>
                <a:lnTo>
                  <a:pt x="802414" y="996629"/>
                </a:lnTo>
                <a:lnTo>
                  <a:pt x="0" y="99662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0">
            <a:off x="1511021" y="5140940"/>
            <a:ext cx="4544958" cy="4734332"/>
          </a:xfrm>
          <a:custGeom>
            <a:avLst/>
            <a:gdLst/>
            <a:ahLst/>
            <a:cxnLst/>
            <a:rect r="r" b="b" t="t" l="l"/>
            <a:pathLst>
              <a:path h="4734332" w="4544958">
                <a:moveTo>
                  <a:pt x="0" y="0"/>
                </a:moveTo>
                <a:lnTo>
                  <a:pt x="4544958" y="0"/>
                </a:lnTo>
                <a:lnTo>
                  <a:pt x="4544958" y="4734331"/>
                </a:lnTo>
                <a:lnTo>
                  <a:pt x="0" y="4734331"/>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9" id="9"/>
          <p:cNvSpPr txBox="true"/>
          <p:nvPr/>
        </p:nvSpPr>
        <p:spPr>
          <a:xfrm rot="0">
            <a:off x="7523517" y="5217140"/>
            <a:ext cx="8499858" cy="2823579"/>
          </a:xfrm>
          <a:prstGeom prst="rect">
            <a:avLst/>
          </a:prstGeom>
        </p:spPr>
        <p:txBody>
          <a:bodyPr anchor="t" rtlCol="false" tIns="0" lIns="0" bIns="0" rIns="0">
            <a:spAutoFit/>
          </a:bodyPr>
          <a:lstStyle/>
          <a:p>
            <a:pPr algn="ctr">
              <a:lnSpc>
                <a:spcPts val="3690"/>
              </a:lnSpc>
            </a:pPr>
            <a:r>
              <a:rPr lang="en-US" sz="3728">
                <a:solidFill>
                  <a:srgbClr val="3B6492"/>
                </a:solidFill>
                <a:latin typeface="Itim"/>
                <a:ea typeface="Itim"/>
                <a:cs typeface="Itim"/>
                <a:sym typeface="Itim"/>
              </a:rPr>
              <a:t>Graduation m</a:t>
            </a:r>
            <a:r>
              <a:rPr lang="en-US" sz="3728">
                <a:solidFill>
                  <a:srgbClr val="3B6492"/>
                </a:solidFill>
                <a:latin typeface="Itim"/>
                <a:ea typeface="Itim"/>
                <a:cs typeface="Itim"/>
                <a:sym typeface="Itim"/>
              </a:rPr>
              <a:t>arks both completion and commencement—a celebration of progress and a step into the unknown. Each student leaves with lessons, memories, and the courage to shape their next chapter with passion and purpose.</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75083">
            <a:off x="-3305459" y="-671429"/>
            <a:ext cx="8668318" cy="4838498"/>
          </a:xfrm>
          <a:custGeom>
            <a:avLst/>
            <a:gdLst/>
            <a:ahLst/>
            <a:cxnLst/>
            <a:rect r="r" b="b" t="t" l="l"/>
            <a:pathLst>
              <a:path h="4838498" w="8668318">
                <a:moveTo>
                  <a:pt x="0" y="0"/>
                </a:moveTo>
                <a:lnTo>
                  <a:pt x="8668318" y="0"/>
                </a:lnTo>
                <a:lnTo>
                  <a:pt x="8668318" y="4838498"/>
                </a:lnTo>
                <a:lnTo>
                  <a:pt x="0" y="483849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2227017">
            <a:off x="203579" y="1236297"/>
            <a:ext cx="5375811" cy="2221718"/>
          </a:xfrm>
          <a:custGeom>
            <a:avLst/>
            <a:gdLst/>
            <a:ahLst/>
            <a:cxnLst/>
            <a:rect r="r" b="b" t="t" l="l"/>
            <a:pathLst>
              <a:path h="2221718" w="5375811">
                <a:moveTo>
                  <a:pt x="0" y="0"/>
                </a:moveTo>
                <a:lnTo>
                  <a:pt x="5375811" y="0"/>
                </a:lnTo>
                <a:lnTo>
                  <a:pt x="5375811" y="2221718"/>
                </a:lnTo>
                <a:lnTo>
                  <a:pt x="0" y="222171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2227017">
            <a:off x="15065264" y="7585655"/>
            <a:ext cx="5375811" cy="2221718"/>
          </a:xfrm>
          <a:custGeom>
            <a:avLst/>
            <a:gdLst/>
            <a:ahLst/>
            <a:cxnLst/>
            <a:rect r="r" b="b" t="t" l="l"/>
            <a:pathLst>
              <a:path h="2221718" w="5375811">
                <a:moveTo>
                  <a:pt x="0" y="0"/>
                </a:moveTo>
                <a:lnTo>
                  <a:pt x="5375811" y="0"/>
                </a:lnTo>
                <a:lnTo>
                  <a:pt x="5375811" y="2221718"/>
                </a:lnTo>
                <a:lnTo>
                  <a:pt x="0" y="222171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5" id="5"/>
          <p:cNvSpPr txBox="true"/>
          <p:nvPr/>
        </p:nvSpPr>
        <p:spPr>
          <a:xfrm rot="0">
            <a:off x="7146197" y="2245170"/>
            <a:ext cx="9254498" cy="2327377"/>
          </a:xfrm>
          <a:prstGeom prst="rect">
            <a:avLst/>
          </a:prstGeom>
        </p:spPr>
        <p:txBody>
          <a:bodyPr anchor="t" rtlCol="false" tIns="0" lIns="0" bIns="0" rIns="0">
            <a:spAutoFit/>
          </a:bodyPr>
          <a:lstStyle/>
          <a:p>
            <a:pPr algn="ctr">
              <a:lnSpc>
                <a:spcPts val="8872"/>
              </a:lnSpc>
            </a:pPr>
            <a:r>
              <a:rPr lang="en-US" sz="9540">
                <a:solidFill>
                  <a:srgbClr val="496592"/>
                </a:solidFill>
                <a:latin typeface="Fredoka"/>
                <a:ea typeface="Fredoka"/>
                <a:cs typeface="Fredoka"/>
                <a:sym typeface="Fredoka"/>
              </a:rPr>
              <a:t>Innovation in Learning</a:t>
            </a:r>
          </a:p>
        </p:txBody>
      </p:sp>
      <p:sp>
        <p:nvSpPr>
          <p:cNvPr name="TextBox 6" id="6"/>
          <p:cNvSpPr txBox="true"/>
          <p:nvPr/>
        </p:nvSpPr>
        <p:spPr>
          <a:xfrm rot="0">
            <a:off x="7626172" y="5217140"/>
            <a:ext cx="8294546" cy="3290304"/>
          </a:xfrm>
          <a:prstGeom prst="rect">
            <a:avLst/>
          </a:prstGeom>
        </p:spPr>
        <p:txBody>
          <a:bodyPr anchor="t" rtlCol="false" tIns="0" lIns="0" bIns="0" rIns="0">
            <a:spAutoFit/>
          </a:bodyPr>
          <a:lstStyle/>
          <a:p>
            <a:pPr algn="ctr">
              <a:lnSpc>
                <a:spcPts val="3690"/>
              </a:lnSpc>
            </a:pPr>
            <a:r>
              <a:rPr lang="en-US" sz="3728">
                <a:solidFill>
                  <a:srgbClr val="3B6492"/>
                </a:solidFill>
                <a:latin typeface="Itim"/>
                <a:ea typeface="Itim"/>
                <a:cs typeface="Itim"/>
                <a:sym typeface="Itim"/>
              </a:rPr>
              <a:t>Modern education embr</a:t>
            </a:r>
            <a:r>
              <a:rPr lang="en-US" sz="3728">
                <a:solidFill>
                  <a:srgbClr val="3B6492"/>
                </a:solidFill>
                <a:latin typeface="Itim"/>
                <a:ea typeface="Itim"/>
                <a:cs typeface="Itim"/>
                <a:sym typeface="Itim"/>
              </a:rPr>
              <a:t>aces creativity, technology, and collaboration. Digital learning tools and interactive methods allow students to explore ideas freely. Innovation in education ensures that knowledge remains relevant in a fast-changing world.</a:t>
            </a:r>
          </a:p>
        </p:txBody>
      </p:sp>
      <p:sp>
        <p:nvSpPr>
          <p:cNvPr name="Freeform 7" id="7"/>
          <p:cNvSpPr/>
          <p:nvPr/>
        </p:nvSpPr>
        <p:spPr>
          <a:xfrm flipH="false" flipV="false" rot="3969514">
            <a:off x="16240130" y="1499206"/>
            <a:ext cx="802414" cy="996629"/>
          </a:xfrm>
          <a:custGeom>
            <a:avLst/>
            <a:gdLst/>
            <a:ahLst/>
            <a:cxnLst/>
            <a:rect r="r" b="b" t="t" l="l"/>
            <a:pathLst>
              <a:path h="996629" w="802414">
                <a:moveTo>
                  <a:pt x="0" y="0"/>
                </a:moveTo>
                <a:lnTo>
                  <a:pt x="802414" y="0"/>
                </a:lnTo>
                <a:lnTo>
                  <a:pt x="802414" y="996629"/>
                </a:lnTo>
                <a:lnTo>
                  <a:pt x="0" y="99662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3969514">
            <a:off x="5940965" y="3788253"/>
            <a:ext cx="802414" cy="996629"/>
          </a:xfrm>
          <a:custGeom>
            <a:avLst/>
            <a:gdLst/>
            <a:ahLst/>
            <a:cxnLst/>
            <a:rect r="r" b="b" t="t" l="l"/>
            <a:pathLst>
              <a:path h="996629" w="802414">
                <a:moveTo>
                  <a:pt x="0" y="0"/>
                </a:moveTo>
                <a:lnTo>
                  <a:pt x="802414" y="0"/>
                </a:lnTo>
                <a:lnTo>
                  <a:pt x="802414" y="996629"/>
                </a:lnTo>
                <a:lnTo>
                  <a:pt x="0" y="99662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false" flipV="false" rot="0">
            <a:off x="1264810" y="5140940"/>
            <a:ext cx="4440365" cy="4383852"/>
          </a:xfrm>
          <a:custGeom>
            <a:avLst/>
            <a:gdLst/>
            <a:ahLst/>
            <a:cxnLst/>
            <a:rect r="r" b="b" t="t" l="l"/>
            <a:pathLst>
              <a:path h="4383852" w="4440365">
                <a:moveTo>
                  <a:pt x="0" y="0"/>
                </a:moveTo>
                <a:lnTo>
                  <a:pt x="4440366" y="0"/>
                </a:lnTo>
                <a:lnTo>
                  <a:pt x="4440366" y="4383851"/>
                </a:lnTo>
                <a:lnTo>
                  <a:pt x="0" y="4383851"/>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75083">
            <a:off x="-3529408" y="2834851"/>
            <a:ext cx="6235444" cy="3480512"/>
          </a:xfrm>
          <a:custGeom>
            <a:avLst/>
            <a:gdLst/>
            <a:ahLst/>
            <a:cxnLst/>
            <a:rect r="r" b="b" t="t" l="l"/>
            <a:pathLst>
              <a:path h="3480512" w="6235444">
                <a:moveTo>
                  <a:pt x="0" y="0"/>
                </a:moveTo>
                <a:lnTo>
                  <a:pt x="6235445" y="0"/>
                </a:lnTo>
                <a:lnTo>
                  <a:pt x="6235445" y="3480512"/>
                </a:lnTo>
                <a:lnTo>
                  <a:pt x="0" y="348051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108981">
            <a:off x="14141578" y="-598140"/>
            <a:ext cx="6235444" cy="3480512"/>
          </a:xfrm>
          <a:custGeom>
            <a:avLst/>
            <a:gdLst/>
            <a:ahLst/>
            <a:cxnLst/>
            <a:rect r="r" b="b" t="t" l="l"/>
            <a:pathLst>
              <a:path h="3480512" w="6235444">
                <a:moveTo>
                  <a:pt x="6235444" y="0"/>
                </a:moveTo>
                <a:lnTo>
                  <a:pt x="0" y="0"/>
                </a:lnTo>
                <a:lnTo>
                  <a:pt x="0" y="3480512"/>
                </a:lnTo>
                <a:lnTo>
                  <a:pt x="6235444" y="3480512"/>
                </a:lnTo>
                <a:lnTo>
                  <a:pt x="6235444"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2227017">
            <a:off x="-1866331" y="8471617"/>
            <a:ext cx="5375811" cy="2221718"/>
          </a:xfrm>
          <a:custGeom>
            <a:avLst/>
            <a:gdLst/>
            <a:ahLst/>
            <a:cxnLst/>
            <a:rect r="r" b="b" t="t" l="l"/>
            <a:pathLst>
              <a:path h="2221718" w="5375811">
                <a:moveTo>
                  <a:pt x="0" y="0"/>
                </a:moveTo>
                <a:lnTo>
                  <a:pt x="5375811" y="0"/>
                </a:lnTo>
                <a:lnTo>
                  <a:pt x="5375811" y="2221718"/>
                </a:lnTo>
                <a:lnTo>
                  <a:pt x="0" y="222171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1214190">
            <a:off x="13687912" y="7286013"/>
            <a:ext cx="5375811" cy="2221718"/>
          </a:xfrm>
          <a:custGeom>
            <a:avLst/>
            <a:gdLst/>
            <a:ahLst/>
            <a:cxnLst/>
            <a:rect r="r" b="b" t="t" l="l"/>
            <a:pathLst>
              <a:path h="2221718" w="5375811">
                <a:moveTo>
                  <a:pt x="0" y="0"/>
                </a:moveTo>
                <a:lnTo>
                  <a:pt x="5375811" y="0"/>
                </a:lnTo>
                <a:lnTo>
                  <a:pt x="5375811" y="2221718"/>
                </a:lnTo>
                <a:lnTo>
                  <a:pt x="0" y="222171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6" id="6"/>
          <p:cNvSpPr/>
          <p:nvPr/>
        </p:nvSpPr>
        <p:spPr>
          <a:xfrm flipH="false" flipV="false" rot="3969514">
            <a:off x="1245456" y="1762882"/>
            <a:ext cx="802414" cy="996629"/>
          </a:xfrm>
          <a:custGeom>
            <a:avLst/>
            <a:gdLst/>
            <a:ahLst/>
            <a:cxnLst/>
            <a:rect r="r" b="b" t="t" l="l"/>
            <a:pathLst>
              <a:path h="996629" w="802414">
                <a:moveTo>
                  <a:pt x="0" y="0"/>
                </a:moveTo>
                <a:lnTo>
                  <a:pt x="802414" y="0"/>
                </a:lnTo>
                <a:lnTo>
                  <a:pt x="802414" y="996629"/>
                </a:lnTo>
                <a:lnTo>
                  <a:pt x="0" y="99662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0">
            <a:off x="12897587" y="340153"/>
            <a:ext cx="4198776" cy="4114800"/>
          </a:xfrm>
          <a:custGeom>
            <a:avLst/>
            <a:gdLst/>
            <a:ahLst/>
            <a:cxnLst/>
            <a:rect r="r" b="b" t="t" l="l"/>
            <a:pathLst>
              <a:path h="4114800" w="4198776">
                <a:moveTo>
                  <a:pt x="0" y="0"/>
                </a:moveTo>
                <a:lnTo>
                  <a:pt x="4198775" y="0"/>
                </a:lnTo>
                <a:lnTo>
                  <a:pt x="4198775" y="4114800"/>
                </a:lnTo>
                <a:lnTo>
                  <a:pt x="0" y="411480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8" id="8"/>
          <p:cNvSpPr/>
          <p:nvPr/>
        </p:nvSpPr>
        <p:spPr>
          <a:xfrm flipH="false" flipV="false" rot="0">
            <a:off x="3465685" y="5021426"/>
            <a:ext cx="2628224" cy="2806841"/>
          </a:xfrm>
          <a:custGeom>
            <a:avLst/>
            <a:gdLst/>
            <a:ahLst/>
            <a:cxnLst/>
            <a:rect r="r" b="b" t="t" l="l"/>
            <a:pathLst>
              <a:path h="2806841" w="2628224">
                <a:moveTo>
                  <a:pt x="0" y="0"/>
                </a:moveTo>
                <a:lnTo>
                  <a:pt x="2628224" y="0"/>
                </a:lnTo>
                <a:lnTo>
                  <a:pt x="2628224" y="2806842"/>
                </a:lnTo>
                <a:lnTo>
                  <a:pt x="0" y="2806842"/>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9" id="9"/>
          <p:cNvSpPr txBox="true"/>
          <p:nvPr/>
        </p:nvSpPr>
        <p:spPr>
          <a:xfrm rot="0">
            <a:off x="2952278" y="1940453"/>
            <a:ext cx="9254498" cy="2327377"/>
          </a:xfrm>
          <a:prstGeom prst="rect">
            <a:avLst/>
          </a:prstGeom>
        </p:spPr>
        <p:txBody>
          <a:bodyPr anchor="t" rtlCol="false" tIns="0" lIns="0" bIns="0" rIns="0">
            <a:spAutoFit/>
          </a:bodyPr>
          <a:lstStyle/>
          <a:p>
            <a:pPr algn="l">
              <a:lnSpc>
                <a:spcPts val="8872"/>
              </a:lnSpc>
            </a:pPr>
            <a:r>
              <a:rPr lang="en-US" sz="9540">
                <a:solidFill>
                  <a:srgbClr val="496592"/>
                </a:solidFill>
                <a:latin typeface="Fredoka"/>
                <a:ea typeface="Fredoka"/>
                <a:cs typeface="Fredoka"/>
                <a:sym typeface="Fredoka"/>
              </a:rPr>
              <a:t>The Spirit of Achievement</a:t>
            </a:r>
          </a:p>
        </p:txBody>
      </p:sp>
      <p:sp>
        <p:nvSpPr>
          <p:cNvPr name="TextBox 10" id="10"/>
          <p:cNvSpPr txBox="true"/>
          <p:nvPr/>
        </p:nvSpPr>
        <p:spPr>
          <a:xfrm rot="0">
            <a:off x="6607316" y="5116599"/>
            <a:ext cx="7689846" cy="3280273"/>
          </a:xfrm>
          <a:prstGeom prst="rect">
            <a:avLst/>
          </a:prstGeom>
        </p:spPr>
        <p:txBody>
          <a:bodyPr anchor="t" rtlCol="false" tIns="0" lIns="0" bIns="0" rIns="0">
            <a:spAutoFit/>
          </a:bodyPr>
          <a:lstStyle/>
          <a:p>
            <a:pPr algn="l">
              <a:lnSpc>
                <a:spcPts val="3690"/>
              </a:lnSpc>
            </a:pPr>
            <a:r>
              <a:rPr lang="en-US" sz="3728">
                <a:solidFill>
                  <a:srgbClr val="3B6492"/>
                </a:solidFill>
                <a:latin typeface="Itim"/>
                <a:ea typeface="Itim"/>
                <a:cs typeface="Itim"/>
                <a:sym typeface="Itim"/>
              </a:rPr>
              <a:t>Every certificate and m</a:t>
            </a:r>
            <a:r>
              <a:rPr lang="en-US" sz="3728">
                <a:solidFill>
                  <a:srgbClr val="3B6492"/>
                </a:solidFill>
                <a:latin typeface="Itim"/>
                <a:ea typeface="Itim"/>
                <a:cs typeface="Itim"/>
                <a:sym typeface="Itim"/>
              </a:rPr>
              <a:t>ilestone tells a story of perseverance. Behind every achievement are hours of study, failure, and growth. Recognition reminds us that hard work pays off and encourages us to continue pursuing excellence fearlessly.</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75083">
            <a:off x="-3529408" y="2834851"/>
            <a:ext cx="6235444" cy="3480512"/>
          </a:xfrm>
          <a:custGeom>
            <a:avLst/>
            <a:gdLst/>
            <a:ahLst/>
            <a:cxnLst/>
            <a:rect r="r" b="b" t="t" l="l"/>
            <a:pathLst>
              <a:path h="3480512" w="6235444">
                <a:moveTo>
                  <a:pt x="0" y="0"/>
                </a:moveTo>
                <a:lnTo>
                  <a:pt x="6235445" y="0"/>
                </a:lnTo>
                <a:lnTo>
                  <a:pt x="6235445" y="3480512"/>
                </a:lnTo>
                <a:lnTo>
                  <a:pt x="0" y="348051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108981">
            <a:off x="14141578" y="-598140"/>
            <a:ext cx="6235444" cy="3480512"/>
          </a:xfrm>
          <a:custGeom>
            <a:avLst/>
            <a:gdLst/>
            <a:ahLst/>
            <a:cxnLst/>
            <a:rect r="r" b="b" t="t" l="l"/>
            <a:pathLst>
              <a:path h="3480512" w="6235444">
                <a:moveTo>
                  <a:pt x="6235444" y="0"/>
                </a:moveTo>
                <a:lnTo>
                  <a:pt x="0" y="0"/>
                </a:lnTo>
                <a:lnTo>
                  <a:pt x="0" y="3480512"/>
                </a:lnTo>
                <a:lnTo>
                  <a:pt x="6235444" y="3480512"/>
                </a:lnTo>
                <a:lnTo>
                  <a:pt x="6235444"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2227017">
            <a:off x="-1866331" y="8471617"/>
            <a:ext cx="5375811" cy="2221718"/>
          </a:xfrm>
          <a:custGeom>
            <a:avLst/>
            <a:gdLst/>
            <a:ahLst/>
            <a:cxnLst/>
            <a:rect r="r" b="b" t="t" l="l"/>
            <a:pathLst>
              <a:path h="2221718" w="5375811">
                <a:moveTo>
                  <a:pt x="0" y="0"/>
                </a:moveTo>
                <a:lnTo>
                  <a:pt x="5375811" y="0"/>
                </a:lnTo>
                <a:lnTo>
                  <a:pt x="5375811" y="2221718"/>
                </a:lnTo>
                <a:lnTo>
                  <a:pt x="0" y="222171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1214190">
            <a:off x="13687912" y="7286013"/>
            <a:ext cx="5375811" cy="2221718"/>
          </a:xfrm>
          <a:custGeom>
            <a:avLst/>
            <a:gdLst/>
            <a:ahLst/>
            <a:cxnLst/>
            <a:rect r="r" b="b" t="t" l="l"/>
            <a:pathLst>
              <a:path h="2221718" w="5375811">
                <a:moveTo>
                  <a:pt x="0" y="0"/>
                </a:moveTo>
                <a:lnTo>
                  <a:pt x="5375811" y="0"/>
                </a:lnTo>
                <a:lnTo>
                  <a:pt x="5375811" y="2221718"/>
                </a:lnTo>
                <a:lnTo>
                  <a:pt x="0" y="222171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6" id="6"/>
          <p:cNvSpPr/>
          <p:nvPr/>
        </p:nvSpPr>
        <p:spPr>
          <a:xfrm flipH="false" flipV="false" rot="3969514">
            <a:off x="1245456" y="1762882"/>
            <a:ext cx="802414" cy="996629"/>
          </a:xfrm>
          <a:custGeom>
            <a:avLst/>
            <a:gdLst/>
            <a:ahLst/>
            <a:cxnLst/>
            <a:rect r="r" b="b" t="t" l="l"/>
            <a:pathLst>
              <a:path h="996629" w="802414">
                <a:moveTo>
                  <a:pt x="0" y="0"/>
                </a:moveTo>
                <a:lnTo>
                  <a:pt x="802414" y="0"/>
                </a:lnTo>
                <a:lnTo>
                  <a:pt x="802414" y="996629"/>
                </a:lnTo>
                <a:lnTo>
                  <a:pt x="0" y="99662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0">
            <a:off x="2264625" y="4989117"/>
            <a:ext cx="3416993" cy="3642143"/>
          </a:xfrm>
          <a:custGeom>
            <a:avLst/>
            <a:gdLst/>
            <a:ahLst/>
            <a:cxnLst/>
            <a:rect r="r" b="b" t="t" l="l"/>
            <a:pathLst>
              <a:path h="3642143" w="3416993">
                <a:moveTo>
                  <a:pt x="0" y="0"/>
                </a:moveTo>
                <a:lnTo>
                  <a:pt x="3416993" y="0"/>
                </a:lnTo>
                <a:lnTo>
                  <a:pt x="3416993" y="3642144"/>
                </a:lnTo>
                <a:lnTo>
                  <a:pt x="0" y="3642144"/>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8" id="8"/>
          <p:cNvSpPr/>
          <p:nvPr/>
        </p:nvSpPr>
        <p:spPr>
          <a:xfrm flipH="false" flipV="false" rot="0">
            <a:off x="13336395" y="1314999"/>
            <a:ext cx="3302135" cy="3260108"/>
          </a:xfrm>
          <a:custGeom>
            <a:avLst/>
            <a:gdLst/>
            <a:ahLst/>
            <a:cxnLst/>
            <a:rect r="r" b="b" t="t" l="l"/>
            <a:pathLst>
              <a:path h="3260108" w="3302135">
                <a:moveTo>
                  <a:pt x="0" y="0"/>
                </a:moveTo>
                <a:lnTo>
                  <a:pt x="3302136" y="0"/>
                </a:lnTo>
                <a:lnTo>
                  <a:pt x="3302136" y="3260108"/>
                </a:lnTo>
                <a:lnTo>
                  <a:pt x="0" y="3260108"/>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9" id="9"/>
          <p:cNvSpPr txBox="true"/>
          <p:nvPr/>
        </p:nvSpPr>
        <p:spPr>
          <a:xfrm rot="0">
            <a:off x="2952278" y="1940453"/>
            <a:ext cx="9254498" cy="2327377"/>
          </a:xfrm>
          <a:prstGeom prst="rect">
            <a:avLst/>
          </a:prstGeom>
        </p:spPr>
        <p:txBody>
          <a:bodyPr anchor="t" rtlCol="false" tIns="0" lIns="0" bIns="0" rIns="0">
            <a:spAutoFit/>
          </a:bodyPr>
          <a:lstStyle/>
          <a:p>
            <a:pPr algn="l">
              <a:lnSpc>
                <a:spcPts val="8872"/>
              </a:lnSpc>
            </a:pPr>
            <a:r>
              <a:rPr lang="en-US" sz="9540">
                <a:solidFill>
                  <a:srgbClr val="496592"/>
                </a:solidFill>
                <a:latin typeface="Fredoka"/>
                <a:ea typeface="Fredoka"/>
                <a:cs typeface="Fredoka"/>
                <a:sym typeface="Fredoka"/>
              </a:rPr>
              <a:t>Balancing Study and Life</a:t>
            </a:r>
          </a:p>
        </p:txBody>
      </p:sp>
      <p:sp>
        <p:nvSpPr>
          <p:cNvPr name="TextBox 10" id="10"/>
          <p:cNvSpPr txBox="true"/>
          <p:nvPr/>
        </p:nvSpPr>
        <p:spPr>
          <a:xfrm rot="0">
            <a:off x="6607316" y="5116599"/>
            <a:ext cx="7689846" cy="3745565"/>
          </a:xfrm>
          <a:prstGeom prst="rect">
            <a:avLst/>
          </a:prstGeom>
        </p:spPr>
        <p:txBody>
          <a:bodyPr anchor="t" rtlCol="false" tIns="0" lIns="0" bIns="0" rIns="0">
            <a:spAutoFit/>
          </a:bodyPr>
          <a:lstStyle/>
          <a:p>
            <a:pPr algn="l">
              <a:lnSpc>
                <a:spcPts val="3690"/>
              </a:lnSpc>
            </a:pPr>
            <a:r>
              <a:rPr lang="en-US" sz="3728">
                <a:solidFill>
                  <a:srgbClr val="3B6492"/>
                </a:solidFill>
                <a:latin typeface="Itim"/>
                <a:ea typeface="Itim"/>
                <a:cs typeface="Itim"/>
                <a:sym typeface="Itim"/>
              </a:rPr>
              <a:t>True success in </a:t>
            </a:r>
            <a:r>
              <a:rPr lang="en-US" sz="3728">
                <a:solidFill>
                  <a:srgbClr val="3B6492"/>
                </a:solidFill>
                <a:latin typeface="Itim"/>
                <a:ea typeface="Itim"/>
                <a:cs typeface="Itim"/>
                <a:sym typeface="Itim"/>
              </a:rPr>
              <a:t>education comes from balance. Managing time between study, rest, and recreation cultivates focus and mental well-being. Harmony between work and relaxation leads to sustainable achievement and a fulfilling academic journey.</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75083">
            <a:off x="-3529408" y="2834851"/>
            <a:ext cx="6235444" cy="3480512"/>
          </a:xfrm>
          <a:custGeom>
            <a:avLst/>
            <a:gdLst/>
            <a:ahLst/>
            <a:cxnLst/>
            <a:rect r="r" b="b" t="t" l="l"/>
            <a:pathLst>
              <a:path h="3480512" w="6235444">
                <a:moveTo>
                  <a:pt x="0" y="0"/>
                </a:moveTo>
                <a:lnTo>
                  <a:pt x="6235445" y="0"/>
                </a:lnTo>
                <a:lnTo>
                  <a:pt x="6235445" y="3480512"/>
                </a:lnTo>
                <a:lnTo>
                  <a:pt x="0" y="348051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108981">
            <a:off x="14141578" y="-598140"/>
            <a:ext cx="6235444" cy="3480512"/>
          </a:xfrm>
          <a:custGeom>
            <a:avLst/>
            <a:gdLst/>
            <a:ahLst/>
            <a:cxnLst/>
            <a:rect r="r" b="b" t="t" l="l"/>
            <a:pathLst>
              <a:path h="3480512" w="6235444">
                <a:moveTo>
                  <a:pt x="6235444" y="0"/>
                </a:moveTo>
                <a:lnTo>
                  <a:pt x="0" y="0"/>
                </a:lnTo>
                <a:lnTo>
                  <a:pt x="0" y="3480512"/>
                </a:lnTo>
                <a:lnTo>
                  <a:pt x="6235444" y="3480512"/>
                </a:lnTo>
                <a:lnTo>
                  <a:pt x="6235444"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2227017">
            <a:off x="-1866331" y="8471617"/>
            <a:ext cx="5375811" cy="2221718"/>
          </a:xfrm>
          <a:custGeom>
            <a:avLst/>
            <a:gdLst/>
            <a:ahLst/>
            <a:cxnLst/>
            <a:rect r="r" b="b" t="t" l="l"/>
            <a:pathLst>
              <a:path h="2221718" w="5375811">
                <a:moveTo>
                  <a:pt x="0" y="0"/>
                </a:moveTo>
                <a:lnTo>
                  <a:pt x="5375811" y="0"/>
                </a:lnTo>
                <a:lnTo>
                  <a:pt x="5375811" y="2221718"/>
                </a:lnTo>
                <a:lnTo>
                  <a:pt x="0" y="222171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1214190">
            <a:off x="13687912" y="7286013"/>
            <a:ext cx="5375811" cy="2221718"/>
          </a:xfrm>
          <a:custGeom>
            <a:avLst/>
            <a:gdLst/>
            <a:ahLst/>
            <a:cxnLst/>
            <a:rect r="r" b="b" t="t" l="l"/>
            <a:pathLst>
              <a:path h="2221718" w="5375811">
                <a:moveTo>
                  <a:pt x="0" y="0"/>
                </a:moveTo>
                <a:lnTo>
                  <a:pt x="5375811" y="0"/>
                </a:lnTo>
                <a:lnTo>
                  <a:pt x="5375811" y="2221718"/>
                </a:lnTo>
                <a:lnTo>
                  <a:pt x="0" y="222171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6" id="6"/>
          <p:cNvSpPr/>
          <p:nvPr/>
        </p:nvSpPr>
        <p:spPr>
          <a:xfrm flipH="false" flipV="false" rot="3969514">
            <a:off x="1245456" y="1762882"/>
            <a:ext cx="802414" cy="996629"/>
          </a:xfrm>
          <a:custGeom>
            <a:avLst/>
            <a:gdLst/>
            <a:ahLst/>
            <a:cxnLst/>
            <a:rect r="r" b="b" t="t" l="l"/>
            <a:pathLst>
              <a:path h="996629" w="802414">
                <a:moveTo>
                  <a:pt x="0" y="0"/>
                </a:moveTo>
                <a:lnTo>
                  <a:pt x="802414" y="0"/>
                </a:lnTo>
                <a:lnTo>
                  <a:pt x="802414" y="996629"/>
                </a:lnTo>
                <a:lnTo>
                  <a:pt x="0" y="99662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0">
            <a:off x="2757652" y="5143500"/>
            <a:ext cx="3150722" cy="3718664"/>
          </a:xfrm>
          <a:custGeom>
            <a:avLst/>
            <a:gdLst/>
            <a:ahLst/>
            <a:cxnLst/>
            <a:rect r="r" b="b" t="t" l="l"/>
            <a:pathLst>
              <a:path h="3718664" w="3150722">
                <a:moveTo>
                  <a:pt x="0" y="0"/>
                </a:moveTo>
                <a:lnTo>
                  <a:pt x="3150722" y="0"/>
                </a:lnTo>
                <a:lnTo>
                  <a:pt x="3150722" y="3718664"/>
                </a:lnTo>
                <a:lnTo>
                  <a:pt x="0" y="3718664"/>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8" id="8"/>
          <p:cNvSpPr/>
          <p:nvPr/>
        </p:nvSpPr>
        <p:spPr>
          <a:xfrm flipH="false" flipV="false" rot="0">
            <a:off x="11697687" y="1028700"/>
            <a:ext cx="5198950" cy="3317875"/>
          </a:xfrm>
          <a:custGeom>
            <a:avLst/>
            <a:gdLst/>
            <a:ahLst/>
            <a:cxnLst/>
            <a:rect r="r" b="b" t="t" l="l"/>
            <a:pathLst>
              <a:path h="3317875" w="5198950">
                <a:moveTo>
                  <a:pt x="0" y="0"/>
                </a:moveTo>
                <a:lnTo>
                  <a:pt x="5198950" y="0"/>
                </a:lnTo>
                <a:lnTo>
                  <a:pt x="5198950" y="3317875"/>
                </a:lnTo>
                <a:lnTo>
                  <a:pt x="0" y="3317875"/>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9" id="9"/>
          <p:cNvSpPr txBox="true"/>
          <p:nvPr/>
        </p:nvSpPr>
        <p:spPr>
          <a:xfrm rot="0">
            <a:off x="2952278" y="1940453"/>
            <a:ext cx="8062136" cy="2327377"/>
          </a:xfrm>
          <a:prstGeom prst="rect">
            <a:avLst/>
          </a:prstGeom>
        </p:spPr>
        <p:txBody>
          <a:bodyPr anchor="t" rtlCol="false" tIns="0" lIns="0" bIns="0" rIns="0">
            <a:spAutoFit/>
          </a:bodyPr>
          <a:lstStyle/>
          <a:p>
            <a:pPr algn="l">
              <a:lnSpc>
                <a:spcPts val="8872"/>
              </a:lnSpc>
            </a:pPr>
            <a:r>
              <a:rPr lang="en-US" sz="9540">
                <a:solidFill>
                  <a:srgbClr val="496592"/>
                </a:solidFill>
                <a:latin typeface="Fredoka"/>
                <a:ea typeface="Fredoka"/>
                <a:cs typeface="Fredoka"/>
                <a:sym typeface="Fredoka"/>
              </a:rPr>
              <a:t>The Role of Teachers</a:t>
            </a:r>
          </a:p>
        </p:txBody>
      </p:sp>
      <p:sp>
        <p:nvSpPr>
          <p:cNvPr name="TextBox 10" id="10"/>
          <p:cNvSpPr txBox="true"/>
          <p:nvPr/>
        </p:nvSpPr>
        <p:spPr>
          <a:xfrm rot="0">
            <a:off x="6607316" y="5116599"/>
            <a:ext cx="7689846" cy="3745565"/>
          </a:xfrm>
          <a:prstGeom prst="rect">
            <a:avLst/>
          </a:prstGeom>
        </p:spPr>
        <p:txBody>
          <a:bodyPr anchor="t" rtlCol="false" tIns="0" lIns="0" bIns="0" rIns="0">
            <a:spAutoFit/>
          </a:bodyPr>
          <a:lstStyle/>
          <a:p>
            <a:pPr algn="l">
              <a:lnSpc>
                <a:spcPts val="3690"/>
              </a:lnSpc>
            </a:pPr>
            <a:r>
              <a:rPr lang="en-US" sz="3728">
                <a:solidFill>
                  <a:srgbClr val="3B6492"/>
                </a:solidFill>
                <a:latin typeface="Itim"/>
                <a:ea typeface="Itim"/>
                <a:cs typeface="Itim"/>
                <a:sym typeface="Itim"/>
              </a:rPr>
              <a:t>Teachers are bu</a:t>
            </a:r>
            <a:r>
              <a:rPr lang="en-US" sz="3728">
                <a:solidFill>
                  <a:srgbClr val="3B6492"/>
                </a:solidFill>
                <a:latin typeface="Itim"/>
                <a:ea typeface="Itim"/>
                <a:cs typeface="Itim"/>
                <a:sym typeface="Itim"/>
              </a:rPr>
              <a:t>ilders of futures. With patience and dedication, they guide young minds, nurturing critical thinking and empathy. A great teacher doesn’t just transfer knowledge but inspires lifelong curiosity and confidence in every learner.</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75083">
            <a:off x="-3529408" y="2834851"/>
            <a:ext cx="6235444" cy="3480512"/>
          </a:xfrm>
          <a:custGeom>
            <a:avLst/>
            <a:gdLst/>
            <a:ahLst/>
            <a:cxnLst/>
            <a:rect r="r" b="b" t="t" l="l"/>
            <a:pathLst>
              <a:path h="3480512" w="6235444">
                <a:moveTo>
                  <a:pt x="0" y="0"/>
                </a:moveTo>
                <a:lnTo>
                  <a:pt x="6235445" y="0"/>
                </a:lnTo>
                <a:lnTo>
                  <a:pt x="6235445" y="3480512"/>
                </a:lnTo>
                <a:lnTo>
                  <a:pt x="0" y="348051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108981">
            <a:off x="14141578" y="-598140"/>
            <a:ext cx="6235444" cy="3480512"/>
          </a:xfrm>
          <a:custGeom>
            <a:avLst/>
            <a:gdLst/>
            <a:ahLst/>
            <a:cxnLst/>
            <a:rect r="r" b="b" t="t" l="l"/>
            <a:pathLst>
              <a:path h="3480512" w="6235444">
                <a:moveTo>
                  <a:pt x="6235444" y="0"/>
                </a:moveTo>
                <a:lnTo>
                  <a:pt x="0" y="0"/>
                </a:lnTo>
                <a:lnTo>
                  <a:pt x="0" y="3480512"/>
                </a:lnTo>
                <a:lnTo>
                  <a:pt x="6235444" y="3480512"/>
                </a:lnTo>
                <a:lnTo>
                  <a:pt x="6235444"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2227017">
            <a:off x="-1866331" y="8471617"/>
            <a:ext cx="5375811" cy="2221718"/>
          </a:xfrm>
          <a:custGeom>
            <a:avLst/>
            <a:gdLst/>
            <a:ahLst/>
            <a:cxnLst/>
            <a:rect r="r" b="b" t="t" l="l"/>
            <a:pathLst>
              <a:path h="2221718" w="5375811">
                <a:moveTo>
                  <a:pt x="0" y="0"/>
                </a:moveTo>
                <a:lnTo>
                  <a:pt x="5375811" y="0"/>
                </a:lnTo>
                <a:lnTo>
                  <a:pt x="5375811" y="2221718"/>
                </a:lnTo>
                <a:lnTo>
                  <a:pt x="0" y="222171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1214190">
            <a:off x="13687912" y="7286013"/>
            <a:ext cx="5375811" cy="2221718"/>
          </a:xfrm>
          <a:custGeom>
            <a:avLst/>
            <a:gdLst/>
            <a:ahLst/>
            <a:cxnLst/>
            <a:rect r="r" b="b" t="t" l="l"/>
            <a:pathLst>
              <a:path h="2221718" w="5375811">
                <a:moveTo>
                  <a:pt x="0" y="0"/>
                </a:moveTo>
                <a:lnTo>
                  <a:pt x="5375811" y="0"/>
                </a:lnTo>
                <a:lnTo>
                  <a:pt x="5375811" y="2221718"/>
                </a:lnTo>
                <a:lnTo>
                  <a:pt x="0" y="222171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6" id="6"/>
          <p:cNvSpPr/>
          <p:nvPr/>
        </p:nvSpPr>
        <p:spPr>
          <a:xfrm flipH="false" flipV="false" rot="3969514">
            <a:off x="1245456" y="1762882"/>
            <a:ext cx="802414" cy="996629"/>
          </a:xfrm>
          <a:custGeom>
            <a:avLst/>
            <a:gdLst/>
            <a:ahLst/>
            <a:cxnLst/>
            <a:rect r="r" b="b" t="t" l="l"/>
            <a:pathLst>
              <a:path h="996629" w="802414">
                <a:moveTo>
                  <a:pt x="0" y="0"/>
                </a:moveTo>
                <a:lnTo>
                  <a:pt x="802414" y="0"/>
                </a:lnTo>
                <a:lnTo>
                  <a:pt x="802414" y="996629"/>
                </a:lnTo>
                <a:lnTo>
                  <a:pt x="0" y="99662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0">
            <a:off x="12897587" y="340153"/>
            <a:ext cx="4198776" cy="4114800"/>
          </a:xfrm>
          <a:custGeom>
            <a:avLst/>
            <a:gdLst/>
            <a:ahLst/>
            <a:cxnLst/>
            <a:rect r="r" b="b" t="t" l="l"/>
            <a:pathLst>
              <a:path h="4114800" w="4198776">
                <a:moveTo>
                  <a:pt x="0" y="0"/>
                </a:moveTo>
                <a:lnTo>
                  <a:pt x="4198775" y="0"/>
                </a:lnTo>
                <a:lnTo>
                  <a:pt x="4198775" y="4114800"/>
                </a:lnTo>
                <a:lnTo>
                  <a:pt x="0" y="411480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8" id="8"/>
          <p:cNvSpPr/>
          <p:nvPr/>
        </p:nvSpPr>
        <p:spPr>
          <a:xfrm flipH="false" flipV="false" rot="0">
            <a:off x="3465685" y="5021426"/>
            <a:ext cx="2628224" cy="2806841"/>
          </a:xfrm>
          <a:custGeom>
            <a:avLst/>
            <a:gdLst/>
            <a:ahLst/>
            <a:cxnLst/>
            <a:rect r="r" b="b" t="t" l="l"/>
            <a:pathLst>
              <a:path h="2806841" w="2628224">
                <a:moveTo>
                  <a:pt x="0" y="0"/>
                </a:moveTo>
                <a:lnTo>
                  <a:pt x="2628224" y="0"/>
                </a:lnTo>
                <a:lnTo>
                  <a:pt x="2628224" y="2806842"/>
                </a:lnTo>
                <a:lnTo>
                  <a:pt x="0" y="2806842"/>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9" id="9"/>
          <p:cNvSpPr txBox="true"/>
          <p:nvPr/>
        </p:nvSpPr>
        <p:spPr>
          <a:xfrm rot="0">
            <a:off x="2952278" y="1940453"/>
            <a:ext cx="9254498" cy="2327377"/>
          </a:xfrm>
          <a:prstGeom prst="rect">
            <a:avLst/>
          </a:prstGeom>
        </p:spPr>
        <p:txBody>
          <a:bodyPr anchor="t" rtlCol="false" tIns="0" lIns="0" bIns="0" rIns="0">
            <a:spAutoFit/>
          </a:bodyPr>
          <a:lstStyle/>
          <a:p>
            <a:pPr algn="l">
              <a:lnSpc>
                <a:spcPts val="8872"/>
              </a:lnSpc>
            </a:pPr>
            <a:r>
              <a:rPr lang="en-US" sz="9540">
                <a:solidFill>
                  <a:srgbClr val="496592"/>
                </a:solidFill>
                <a:latin typeface="Fredoka"/>
                <a:ea typeface="Fredoka"/>
                <a:cs typeface="Fredoka"/>
                <a:sym typeface="Fredoka"/>
              </a:rPr>
              <a:t>The Spirit of Achievement</a:t>
            </a:r>
          </a:p>
        </p:txBody>
      </p:sp>
      <p:sp>
        <p:nvSpPr>
          <p:cNvPr name="TextBox 10" id="10"/>
          <p:cNvSpPr txBox="true"/>
          <p:nvPr/>
        </p:nvSpPr>
        <p:spPr>
          <a:xfrm rot="0">
            <a:off x="6607316" y="5116599"/>
            <a:ext cx="7689846" cy="3280273"/>
          </a:xfrm>
          <a:prstGeom prst="rect">
            <a:avLst/>
          </a:prstGeom>
        </p:spPr>
        <p:txBody>
          <a:bodyPr anchor="t" rtlCol="false" tIns="0" lIns="0" bIns="0" rIns="0">
            <a:spAutoFit/>
          </a:bodyPr>
          <a:lstStyle/>
          <a:p>
            <a:pPr algn="l">
              <a:lnSpc>
                <a:spcPts val="3690"/>
              </a:lnSpc>
            </a:pPr>
            <a:r>
              <a:rPr lang="en-US" sz="3728">
                <a:solidFill>
                  <a:srgbClr val="3B6492"/>
                </a:solidFill>
                <a:latin typeface="Itim"/>
                <a:ea typeface="Itim"/>
                <a:cs typeface="Itim"/>
                <a:sym typeface="Itim"/>
              </a:rPr>
              <a:t>Every certificate and m</a:t>
            </a:r>
            <a:r>
              <a:rPr lang="en-US" sz="3728">
                <a:solidFill>
                  <a:srgbClr val="3B6492"/>
                </a:solidFill>
                <a:latin typeface="Itim"/>
                <a:ea typeface="Itim"/>
                <a:cs typeface="Itim"/>
                <a:sym typeface="Itim"/>
              </a:rPr>
              <a:t>ilestone tells a story of perseverance. Behind every achievement are hours of study, failure, and growth. Recognition reminds us that hard work pays off and encourages us to continue pursuing excellence fearlessly.</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75083">
            <a:off x="-3305459" y="-671429"/>
            <a:ext cx="8668318" cy="4838498"/>
          </a:xfrm>
          <a:custGeom>
            <a:avLst/>
            <a:gdLst/>
            <a:ahLst/>
            <a:cxnLst/>
            <a:rect r="r" b="b" t="t" l="l"/>
            <a:pathLst>
              <a:path h="4838498" w="8668318">
                <a:moveTo>
                  <a:pt x="0" y="0"/>
                </a:moveTo>
                <a:lnTo>
                  <a:pt x="8668318" y="0"/>
                </a:lnTo>
                <a:lnTo>
                  <a:pt x="8668318" y="4838498"/>
                </a:lnTo>
                <a:lnTo>
                  <a:pt x="0" y="483849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2227017">
            <a:off x="203579" y="1236297"/>
            <a:ext cx="5375811" cy="2221718"/>
          </a:xfrm>
          <a:custGeom>
            <a:avLst/>
            <a:gdLst/>
            <a:ahLst/>
            <a:cxnLst/>
            <a:rect r="r" b="b" t="t" l="l"/>
            <a:pathLst>
              <a:path h="2221718" w="5375811">
                <a:moveTo>
                  <a:pt x="0" y="0"/>
                </a:moveTo>
                <a:lnTo>
                  <a:pt x="5375811" y="0"/>
                </a:lnTo>
                <a:lnTo>
                  <a:pt x="5375811" y="2221718"/>
                </a:lnTo>
                <a:lnTo>
                  <a:pt x="0" y="222171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2227017">
            <a:off x="15065264" y="7585655"/>
            <a:ext cx="5375811" cy="2221718"/>
          </a:xfrm>
          <a:custGeom>
            <a:avLst/>
            <a:gdLst/>
            <a:ahLst/>
            <a:cxnLst/>
            <a:rect r="r" b="b" t="t" l="l"/>
            <a:pathLst>
              <a:path h="2221718" w="5375811">
                <a:moveTo>
                  <a:pt x="0" y="0"/>
                </a:moveTo>
                <a:lnTo>
                  <a:pt x="5375811" y="0"/>
                </a:lnTo>
                <a:lnTo>
                  <a:pt x="5375811" y="2221718"/>
                </a:lnTo>
                <a:lnTo>
                  <a:pt x="0" y="222171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5" id="5"/>
          <p:cNvSpPr txBox="true"/>
          <p:nvPr/>
        </p:nvSpPr>
        <p:spPr>
          <a:xfrm rot="0">
            <a:off x="7146197" y="2245170"/>
            <a:ext cx="9254498" cy="2327377"/>
          </a:xfrm>
          <a:prstGeom prst="rect">
            <a:avLst/>
          </a:prstGeom>
        </p:spPr>
        <p:txBody>
          <a:bodyPr anchor="t" rtlCol="false" tIns="0" lIns="0" bIns="0" rIns="0">
            <a:spAutoFit/>
          </a:bodyPr>
          <a:lstStyle/>
          <a:p>
            <a:pPr algn="ctr">
              <a:lnSpc>
                <a:spcPts val="8872"/>
              </a:lnSpc>
            </a:pPr>
            <a:r>
              <a:rPr lang="en-US" sz="9540">
                <a:solidFill>
                  <a:srgbClr val="496592"/>
                </a:solidFill>
                <a:latin typeface="Fredoka"/>
                <a:ea typeface="Fredoka"/>
                <a:cs typeface="Fredoka"/>
                <a:sym typeface="Fredoka"/>
              </a:rPr>
              <a:t>Innovation in Learning</a:t>
            </a:r>
          </a:p>
        </p:txBody>
      </p:sp>
      <p:sp>
        <p:nvSpPr>
          <p:cNvPr name="TextBox 6" id="6"/>
          <p:cNvSpPr txBox="true"/>
          <p:nvPr/>
        </p:nvSpPr>
        <p:spPr>
          <a:xfrm rot="0">
            <a:off x="7626172" y="5217140"/>
            <a:ext cx="8294546" cy="3290304"/>
          </a:xfrm>
          <a:prstGeom prst="rect">
            <a:avLst/>
          </a:prstGeom>
        </p:spPr>
        <p:txBody>
          <a:bodyPr anchor="t" rtlCol="false" tIns="0" lIns="0" bIns="0" rIns="0">
            <a:spAutoFit/>
          </a:bodyPr>
          <a:lstStyle/>
          <a:p>
            <a:pPr algn="ctr">
              <a:lnSpc>
                <a:spcPts val="3690"/>
              </a:lnSpc>
            </a:pPr>
            <a:r>
              <a:rPr lang="en-US" sz="3728">
                <a:solidFill>
                  <a:srgbClr val="3B6492"/>
                </a:solidFill>
                <a:latin typeface="Itim"/>
                <a:ea typeface="Itim"/>
                <a:cs typeface="Itim"/>
                <a:sym typeface="Itim"/>
              </a:rPr>
              <a:t>Modern education embr</a:t>
            </a:r>
            <a:r>
              <a:rPr lang="en-US" sz="3728">
                <a:solidFill>
                  <a:srgbClr val="3B6492"/>
                </a:solidFill>
                <a:latin typeface="Itim"/>
                <a:ea typeface="Itim"/>
                <a:cs typeface="Itim"/>
                <a:sym typeface="Itim"/>
              </a:rPr>
              <a:t>aces creativity, technology, and collaboration. Digital learning tools and interactive methods allow students to explore ideas freely. Innovation in education ensures that knowledge remains relevant in a fast-changing world.</a:t>
            </a:r>
          </a:p>
        </p:txBody>
      </p:sp>
      <p:sp>
        <p:nvSpPr>
          <p:cNvPr name="Freeform 7" id="7"/>
          <p:cNvSpPr/>
          <p:nvPr/>
        </p:nvSpPr>
        <p:spPr>
          <a:xfrm flipH="false" flipV="false" rot="3969514">
            <a:off x="16240130" y="1499206"/>
            <a:ext cx="802414" cy="996629"/>
          </a:xfrm>
          <a:custGeom>
            <a:avLst/>
            <a:gdLst/>
            <a:ahLst/>
            <a:cxnLst/>
            <a:rect r="r" b="b" t="t" l="l"/>
            <a:pathLst>
              <a:path h="996629" w="802414">
                <a:moveTo>
                  <a:pt x="0" y="0"/>
                </a:moveTo>
                <a:lnTo>
                  <a:pt x="802414" y="0"/>
                </a:lnTo>
                <a:lnTo>
                  <a:pt x="802414" y="996629"/>
                </a:lnTo>
                <a:lnTo>
                  <a:pt x="0" y="99662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3969514">
            <a:off x="5940965" y="3788253"/>
            <a:ext cx="802414" cy="996629"/>
          </a:xfrm>
          <a:custGeom>
            <a:avLst/>
            <a:gdLst/>
            <a:ahLst/>
            <a:cxnLst/>
            <a:rect r="r" b="b" t="t" l="l"/>
            <a:pathLst>
              <a:path h="996629" w="802414">
                <a:moveTo>
                  <a:pt x="0" y="0"/>
                </a:moveTo>
                <a:lnTo>
                  <a:pt x="802414" y="0"/>
                </a:lnTo>
                <a:lnTo>
                  <a:pt x="802414" y="996629"/>
                </a:lnTo>
                <a:lnTo>
                  <a:pt x="0" y="99662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false" flipV="false" rot="0">
            <a:off x="1264810" y="5140940"/>
            <a:ext cx="4440365" cy="4383852"/>
          </a:xfrm>
          <a:custGeom>
            <a:avLst/>
            <a:gdLst/>
            <a:ahLst/>
            <a:cxnLst/>
            <a:rect r="r" b="b" t="t" l="l"/>
            <a:pathLst>
              <a:path h="4383852" w="4440365">
                <a:moveTo>
                  <a:pt x="0" y="0"/>
                </a:moveTo>
                <a:lnTo>
                  <a:pt x="4440366" y="0"/>
                </a:lnTo>
                <a:lnTo>
                  <a:pt x="4440366" y="4383851"/>
                </a:lnTo>
                <a:lnTo>
                  <a:pt x="0" y="4383851"/>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75083">
            <a:off x="-3305459" y="-671429"/>
            <a:ext cx="8668318" cy="4838498"/>
          </a:xfrm>
          <a:custGeom>
            <a:avLst/>
            <a:gdLst/>
            <a:ahLst/>
            <a:cxnLst/>
            <a:rect r="r" b="b" t="t" l="l"/>
            <a:pathLst>
              <a:path h="4838498" w="8668318">
                <a:moveTo>
                  <a:pt x="0" y="0"/>
                </a:moveTo>
                <a:lnTo>
                  <a:pt x="8668318" y="0"/>
                </a:lnTo>
                <a:lnTo>
                  <a:pt x="8668318" y="4838498"/>
                </a:lnTo>
                <a:lnTo>
                  <a:pt x="0" y="483849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2227017">
            <a:off x="203579" y="1236297"/>
            <a:ext cx="5375811" cy="2221718"/>
          </a:xfrm>
          <a:custGeom>
            <a:avLst/>
            <a:gdLst/>
            <a:ahLst/>
            <a:cxnLst/>
            <a:rect r="r" b="b" t="t" l="l"/>
            <a:pathLst>
              <a:path h="2221718" w="5375811">
                <a:moveTo>
                  <a:pt x="0" y="0"/>
                </a:moveTo>
                <a:lnTo>
                  <a:pt x="5375811" y="0"/>
                </a:lnTo>
                <a:lnTo>
                  <a:pt x="5375811" y="2221718"/>
                </a:lnTo>
                <a:lnTo>
                  <a:pt x="0" y="222171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2227017">
            <a:off x="15065264" y="7585655"/>
            <a:ext cx="5375811" cy="2221718"/>
          </a:xfrm>
          <a:custGeom>
            <a:avLst/>
            <a:gdLst/>
            <a:ahLst/>
            <a:cxnLst/>
            <a:rect r="r" b="b" t="t" l="l"/>
            <a:pathLst>
              <a:path h="2221718" w="5375811">
                <a:moveTo>
                  <a:pt x="0" y="0"/>
                </a:moveTo>
                <a:lnTo>
                  <a:pt x="5375811" y="0"/>
                </a:lnTo>
                <a:lnTo>
                  <a:pt x="5375811" y="2221718"/>
                </a:lnTo>
                <a:lnTo>
                  <a:pt x="0" y="222171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5" id="5"/>
          <p:cNvSpPr txBox="true"/>
          <p:nvPr/>
        </p:nvSpPr>
        <p:spPr>
          <a:xfrm rot="0">
            <a:off x="7146197" y="2245170"/>
            <a:ext cx="9254498" cy="2327377"/>
          </a:xfrm>
          <a:prstGeom prst="rect">
            <a:avLst/>
          </a:prstGeom>
        </p:spPr>
        <p:txBody>
          <a:bodyPr anchor="t" rtlCol="false" tIns="0" lIns="0" bIns="0" rIns="0">
            <a:spAutoFit/>
          </a:bodyPr>
          <a:lstStyle/>
          <a:p>
            <a:pPr algn="ctr">
              <a:lnSpc>
                <a:spcPts val="8872"/>
              </a:lnSpc>
            </a:pPr>
            <a:r>
              <a:rPr lang="en-US" sz="9540">
                <a:solidFill>
                  <a:srgbClr val="496592"/>
                </a:solidFill>
                <a:latin typeface="Fredoka"/>
                <a:ea typeface="Fredoka"/>
                <a:cs typeface="Fredoka"/>
                <a:sym typeface="Fredoka"/>
              </a:rPr>
              <a:t>Innovation in Learning</a:t>
            </a:r>
          </a:p>
        </p:txBody>
      </p:sp>
      <p:sp>
        <p:nvSpPr>
          <p:cNvPr name="TextBox 6" id="6"/>
          <p:cNvSpPr txBox="true"/>
          <p:nvPr/>
        </p:nvSpPr>
        <p:spPr>
          <a:xfrm rot="0">
            <a:off x="7626172" y="5217140"/>
            <a:ext cx="8294546" cy="3290304"/>
          </a:xfrm>
          <a:prstGeom prst="rect">
            <a:avLst/>
          </a:prstGeom>
        </p:spPr>
        <p:txBody>
          <a:bodyPr anchor="t" rtlCol="false" tIns="0" lIns="0" bIns="0" rIns="0">
            <a:spAutoFit/>
          </a:bodyPr>
          <a:lstStyle/>
          <a:p>
            <a:pPr algn="ctr">
              <a:lnSpc>
                <a:spcPts val="3690"/>
              </a:lnSpc>
            </a:pPr>
            <a:r>
              <a:rPr lang="en-US" sz="3728">
                <a:solidFill>
                  <a:srgbClr val="3B6492"/>
                </a:solidFill>
                <a:latin typeface="Itim"/>
                <a:ea typeface="Itim"/>
                <a:cs typeface="Itim"/>
                <a:sym typeface="Itim"/>
              </a:rPr>
              <a:t>Modern education embr</a:t>
            </a:r>
            <a:r>
              <a:rPr lang="en-US" sz="3728">
                <a:solidFill>
                  <a:srgbClr val="3B6492"/>
                </a:solidFill>
                <a:latin typeface="Itim"/>
                <a:ea typeface="Itim"/>
                <a:cs typeface="Itim"/>
                <a:sym typeface="Itim"/>
              </a:rPr>
              <a:t>aces creativity, technology, and collaboration. Digital learning tools and interactive methods allow students to explore ideas freely. Innovation in education ensures that knowledge remains relevant in a fast-changing world.</a:t>
            </a:r>
          </a:p>
        </p:txBody>
      </p:sp>
      <p:sp>
        <p:nvSpPr>
          <p:cNvPr name="Freeform 7" id="7"/>
          <p:cNvSpPr/>
          <p:nvPr/>
        </p:nvSpPr>
        <p:spPr>
          <a:xfrm flipH="false" flipV="false" rot="3969514">
            <a:off x="16240130" y="1499206"/>
            <a:ext cx="802414" cy="996629"/>
          </a:xfrm>
          <a:custGeom>
            <a:avLst/>
            <a:gdLst/>
            <a:ahLst/>
            <a:cxnLst/>
            <a:rect r="r" b="b" t="t" l="l"/>
            <a:pathLst>
              <a:path h="996629" w="802414">
                <a:moveTo>
                  <a:pt x="0" y="0"/>
                </a:moveTo>
                <a:lnTo>
                  <a:pt x="802414" y="0"/>
                </a:lnTo>
                <a:lnTo>
                  <a:pt x="802414" y="996629"/>
                </a:lnTo>
                <a:lnTo>
                  <a:pt x="0" y="99662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3969514">
            <a:off x="5940965" y="3788253"/>
            <a:ext cx="802414" cy="996629"/>
          </a:xfrm>
          <a:custGeom>
            <a:avLst/>
            <a:gdLst/>
            <a:ahLst/>
            <a:cxnLst/>
            <a:rect r="r" b="b" t="t" l="l"/>
            <a:pathLst>
              <a:path h="996629" w="802414">
                <a:moveTo>
                  <a:pt x="0" y="0"/>
                </a:moveTo>
                <a:lnTo>
                  <a:pt x="802414" y="0"/>
                </a:lnTo>
                <a:lnTo>
                  <a:pt x="802414" y="996629"/>
                </a:lnTo>
                <a:lnTo>
                  <a:pt x="0" y="99662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false" flipV="false" rot="0">
            <a:off x="1264810" y="5140940"/>
            <a:ext cx="4440365" cy="4383852"/>
          </a:xfrm>
          <a:custGeom>
            <a:avLst/>
            <a:gdLst/>
            <a:ahLst/>
            <a:cxnLst/>
            <a:rect r="r" b="b" t="t" l="l"/>
            <a:pathLst>
              <a:path h="4383852" w="4440365">
                <a:moveTo>
                  <a:pt x="0" y="0"/>
                </a:moveTo>
                <a:lnTo>
                  <a:pt x="4440366" y="0"/>
                </a:lnTo>
                <a:lnTo>
                  <a:pt x="4440366" y="4383851"/>
                </a:lnTo>
                <a:lnTo>
                  <a:pt x="0" y="4383851"/>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75083">
            <a:off x="-3305459" y="-671429"/>
            <a:ext cx="8668318" cy="4838498"/>
          </a:xfrm>
          <a:custGeom>
            <a:avLst/>
            <a:gdLst/>
            <a:ahLst/>
            <a:cxnLst/>
            <a:rect r="r" b="b" t="t" l="l"/>
            <a:pathLst>
              <a:path h="4838498" w="8668318">
                <a:moveTo>
                  <a:pt x="0" y="0"/>
                </a:moveTo>
                <a:lnTo>
                  <a:pt x="8668318" y="0"/>
                </a:lnTo>
                <a:lnTo>
                  <a:pt x="8668318" y="4838498"/>
                </a:lnTo>
                <a:lnTo>
                  <a:pt x="0" y="483849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2227017">
            <a:off x="203579" y="1236297"/>
            <a:ext cx="5375811" cy="2221718"/>
          </a:xfrm>
          <a:custGeom>
            <a:avLst/>
            <a:gdLst/>
            <a:ahLst/>
            <a:cxnLst/>
            <a:rect r="r" b="b" t="t" l="l"/>
            <a:pathLst>
              <a:path h="2221718" w="5375811">
                <a:moveTo>
                  <a:pt x="0" y="0"/>
                </a:moveTo>
                <a:lnTo>
                  <a:pt x="5375811" y="0"/>
                </a:lnTo>
                <a:lnTo>
                  <a:pt x="5375811" y="2221718"/>
                </a:lnTo>
                <a:lnTo>
                  <a:pt x="0" y="222171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2227017">
            <a:off x="15065264" y="7585655"/>
            <a:ext cx="5375811" cy="2221718"/>
          </a:xfrm>
          <a:custGeom>
            <a:avLst/>
            <a:gdLst/>
            <a:ahLst/>
            <a:cxnLst/>
            <a:rect r="r" b="b" t="t" l="l"/>
            <a:pathLst>
              <a:path h="2221718" w="5375811">
                <a:moveTo>
                  <a:pt x="0" y="0"/>
                </a:moveTo>
                <a:lnTo>
                  <a:pt x="5375811" y="0"/>
                </a:lnTo>
                <a:lnTo>
                  <a:pt x="5375811" y="2221718"/>
                </a:lnTo>
                <a:lnTo>
                  <a:pt x="0" y="222171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5" id="5"/>
          <p:cNvSpPr txBox="true"/>
          <p:nvPr/>
        </p:nvSpPr>
        <p:spPr>
          <a:xfrm rot="0">
            <a:off x="7146197" y="2245170"/>
            <a:ext cx="9254498" cy="2327377"/>
          </a:xfrm>
          <a:prstGeom prst="rect">
            <a:avLst/>
          </a:prstGeom>
        </p:spPr>
        <p:txBody>
          <a:bodyPr anchor="t" rtlCol="false" tIns="0" lIns="0" bIns="0" rIns="0">
            <a:spAutoFit/>
          </a:bodyPr>
          <a:lstStyle/>
          <a:p>
            <a:pPr algn="ctr">
              <a:lnSpc>
                <a:spcPts val="8872"/>
              </a:lnSpc>
            </a:pPr>
            <a:r>
              <a:rPr lang="en-US" sz="9540">
                <a:solidFill>
                  <a:srgbClr val="496592"/>
                </a:solidFill>
                <a:latin typeface="Fredoka"/>
                <a:ea typeface="Fredoka"/>
                <a:cs typeface="Fredoka"/>
                <a:sym typeface="Fredoka"/>
              </a:rPr>
              <a:t>Innovation in Learning</a:t>
            </a:r>
          </a:p>
        </p:txBody>
      </p:sp>
      <p:sp>
        <p:nvSpPr>
          <p:cNvPr name="TextBox 6" id="6"/>
          <p:cNvSpPr txBox="true"/>
          <p:nvPr/>
        </p:nvSpPr>
        <p:spPr>
          <a:xfrm rot="0">
            <a:off x="7626172" y="5217140"/>
            <a:ext cx="8294546" cy="3290304"/>
          </a:xfrm>
          <a:prstGeom prst="rect">
            <a:avLst/>
          </a:prstGeom>
        </p:spPr>
        <p:txBody>
          <a:bodyPr anchor="t" rtlCol="false" tIns="0" lIns="0" bIns="0" rIns="0">
            <a:spAutoFit/>
          </a:bodyPr>
          <a:lstStyle/>
          <a:p>
            <a:pPr algn="ctr">
              <a:lnSpc>
                <a:spcPts val="3690"/>
              </a:lnSpc>
            </a:pPr>
            <a:r>
              <a:rPr lang="en-US" sz="3728">
                <a:solidFill>
                  <a:srgbClr val="3B6492"/>
                </a:solidFill>
                <a:latin typeface="Itim"/>
                <a:ea typeface="Itim"/>
                <a:cs typeface="Itim"/>
                <a:sym typeface="Itim"/>
              </a:rPr>
              <a:t>Modern education embr</a:t>
            </a:r>
            <a:r>
              <a:rPr lang="en-US" sz="3728">
                <a:solidFill>
                  <a:srgbClr val="3B6492"/>
                </a:solidFill>
                <a:latin typeface="Itim"/>
                <a:ea typeface="Itim"/>
                <a:cs typeface="Itim"/>
                <a:sym typeface="Itim"/>
              </a:rPr>
              <a:t>aces creativity, technology, and collaboration. Digital learning tools and interactive methods allow students to explore ideas freely. Innovation in education ensures that knowledge remains relevant in a fast-changing world.</a:t>
            </a:r>
          </a:p>
        </p:txBody>
      </p:sp>
      <p:sp>
        <p:nvSpPr>
          <p:cNvPr name="Freeform 7" id="7"/>
          <p:cNvSpPr/>
          <p:nvPr/>
        </p:nvSpPr>
        <p:spPr>
          <a:xfrm flipH="false" flipV="false" rot="3969514">
            <a:off x="16240130" y="1499206"/>
            <a:ext cx="802414" cy="996629"/>
          </a:xfrm>
          <a:custGeom>
            <a:avLst/>
            <a:gdLst/>
            <a:ahLst/>
            <a:cxnLst/>
            <a:rect r="r" b="b" t="t" l="l"/>
            <a:pathLst>
              <a:path h="996629" w="802414">
                <a:moveTo>
                  <a:pt x="0" y="0"/>
                </a:moveTo>
                <a:lnTo>
                  <a:pt x="802414" y="0"/>
                </a:lnTo>
                <a:lnTo>
                  <a:pt x="802414" y="996629"/>
                </a:lnTo>
                <a:lnTo>
                  <a:pt x="0" y="99662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3969514">
            <a:off x="5940965" y="3788253"/>
            <a:ext cx="802414" cy="996629"/>
          </a:xfrm>
          <a:custGeom>
            <a:avLst/>
            <a:gdLst/>
            <a:ahLst/>
            <a:cxnLst/>
            <a:rect r="r" b="b" t="t" l="l"/>
            <a:pathLst>
              <a:path h="996629" w="802414">
                <a:moveTo>
                  <a:pt x="0" y="0"/>
                </a:moveTo>
                <a:lnTo>
                  <a:pt x="802414" y="0"/>
                </a:lnTo>
                <a:lnTo>
                  <a:pt x="802414" y="996629"/>
                </a:lnTo>
                <a:lnTo>
                  <a:pt x="0" y="99662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false" flipV="false" rot="0">
            <a:off x="1264810" y="5140940"/>
            <a:ext cx="4440365" cy="4383852"/>
          </a:xfrm>
          <a:custGeom>
            <a:avLst/>
            <a:gdLst/>
            <a:ahLst/>
            <a:cxnLst/>
            <a:rect r="r" b="b" t="t" l="l"/>
            <a:pathLst>
              <a:path h="4383852" w="4440365">
                <a:moveTo>
                  <a:pt x="0" y="0"/>
                </a:moveTo>
                <a:lnTo>
                  <a:pt x="4440366" y="0"/>
                </a:lnTo>
                <a:lnTo>
                  <a:pt x="4440366" y="4383851"/>
                </a:lnTo>
                <a:lnTo>
                  <a:pt x="0" y="4383851"/>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75083">
            <a:off x="-3956918" y="5940374"/>
            <a:ext cx="8668318" cy="4838498"/>
          </a:xfrm>
          <a:custGeom>
            <a:avLst/>
            <a:gdLst/>
            <a:ahLst/>
            <a:cxnLst/>
            <a:rect r="r" b="b" t="t" l="l"/>
            <a:pathLst>
              <a:path h="4838498" w="8668318">
                <a:moveTo>
                  <a:pt x="0" y="0"/>
                </a:moveTo>
                <a:lnTo>
                  <a:pt x="8668319" y="0"/>
                </a:lnTo>
                <a:lnTo>
                  <a:pt x="8668319" y="4838498"/>
                </a:lnTo>
                <a:lnTo>
                  <a:pt x="0" y="483849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544328">
            <a:off x="12738773" y="-1831688"/>
            <a:ext cx="7781841" cy="4343682"/>
          </a:xfrm>
          <a:custGeom>
            <a:avLst/>
            <a:gdLst/>
            <a:ahLst/>
            <a:cxnLst/>
            <a:rect r="r" b="b" t="t" l="l"/>
            <a:pathLst>
              <a:path h="4343682" w="7781841">
                <a:moveTo>
                  <a:pt x="0" y="0"/>
                </a:moveTo>
                <a:lnTo>
                  <a:pt x="7781841" y="0"/>
                </a:lnTo>
                <a:lnTo>
                  <a:pt x="7781841" y="4343682"/>
                </a:lnTo>
                <a:lnTo>
                  <a:pt x="0" y="434368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2227017">
            <a:off x="-1424434" y="7248764"/>
            <a:ext cx="5375811" cy="2221718"/>
          </a:xfrm>
          <a:custGeom>
            <a:avLst/>
            <a:gdLst/>
            <a:ahLst/>
            <a:cxnLst/>
            <a:rect r="r" b="b" t="t" l="l"/>
            <a:pathLst>
              <a:path h="2221718" w="5375811">
                <a:moveTo>
                  <a:pt x="0" y="0"/>
                </a:moveTo>
                <a:lnTo>
                  <a:pt x="5375811" y="0"/>
                </a:lnTo>
                <a:lnTo>
                  <a:pt x="5375811" y="2221718"/>
                </a:lnTo>
                <a:lnTo>
                  <a:pt x="0" y="222171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1214190">
            <a:off x="13941788" y="279300"/>
            <a:ext cx="5375811" cy="2221718"/>
          </a:xfrm>
          <a:custGeom>
            <a:avLst/>
            <a:gdLst/>
            <a:ahLst/>
            <a:cxnLst/>
            <a:rect r="r" b="b" t="t" l="l"/>
            <a:pathLst>
              <a:path h="2221718" w="5375811">
                <a:moveTo>
                  <a:pt x="0" y="0"/>
                </a:moveTo>
                <a:lnTo>
                  <a:pt x="5375811" y="0"/>
                </a:lnTo>
                <a:lnTo>
                  <a:pt x="5375811" y="2221717"/>
                </a:lnTo>
                <a:lnTo>
                  <a:pt x="0" y="222171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6" id="6"/>
          <p:cNvSpPr/>
          <p:nvPr/>
        </p:nvSpPr>
        <p:spPr>
          <a:xfrm flipH="false" flipV="false" rot="3969514">
            <a:off x="16588996" y="4076792"/>
            <a:ext cx="802414" cy="996629"/>
          </a:xfrm>
          <a:custGeom>
            <a:avLst/>
            <a:gdLst/>
            <a:ahLst/>
            <a:cxnLst/>
            <a:rect r="r" b="b" t="t" l="l"/>
            <a:pathLst>
              <a:path h="996629" w="802414">
                <a:moveTo>
                  <a:pt x="0" y="0"/>
                </a:moveTo>
                <a:lnTo>
                  <a:pt x="802414" y="0"/>
                </a:lnTo>
                <a:lnTo>
                  <a:pt x="802414" y="996629"/>
                </a:lnTo>
                <a:lnTo>
                  <a:pt x="0" y="99662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3969514">
            <a:off x="1245456" y="4076792"/>
            <a:ext cx="802414" cy="996629"/>
          </a:xfrm>
          <a:custGeom>
            <a:avLst/>
            <a:gdLst/>
            <a:ahLst/>
            <a:cxnLst/>
            <a:rect r="r" b="b" t="t" l="l"/>
            <a:pathLst>
              <a:path h="996629" w="802414">
                <a:moveTo>
                  <a:pt x="0" y="0"/>
                </a:moveTo>
                <a:lnTo>
                  <a:pt x="802414" y="0"/>
                </a:lnTo>
                <a:lnTo>
                  <a:pt x="802414" y="996629"/>
                </a:lnTo>
                <a:lnTo>
                  <a:pt x="0" y="99662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480570">
            <a:off x="14122887" y="7207152"/>
            <a:ext cx="3625557" cy="2841118"/>
          </a:xfrm>
          <a:custGeom>
            <a:avLst/>
            <a:gdLst/>
            <a:ahLst/>
            <a:cxnLst/>
            <a:rect r="r" b="b" t="t" l="l"/>
            <a:pathLst>
              <a:path h="2841118" w="3625557">
                <a:moveTo>
                  <a:pt x="0" y="0"/>
                </a:moveTo>
                <a:lnTo>
                  <a:pt x="3625557" y="0"/>
                </a:lnTo>
                <a:lnTo>
                  <a:pt x="3625557" y="2841118"/>
                </a:lnTo>
                <a:lnTo>
                  <a:pt x="0" y="2841118"/>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9" id="9"/>
          <p:cNvSpPr/>
          <p:nvPr/>
        </p:nvSpPr>
        <p:spPr>
          <a:xfrm flipH="false" flipV="false" rot="333374">
            <a:off x="1306190" y="1099759"/>
            <a:ext cx="3056278" cy="3335224"/>
          </a:xfrm>
          <a:custGeom>
            <a:avLst/>
            <a:gdLst/>
            <a:ahLst/>
            <a:cxnLst/>
            <a:rect r="r" b="b" t="t" l="l"/>
            <a:pathLst>
              <a:path h="3335224" w="3056278">
                <a:moveTo>
                  <a:pt x="0" y="0"/>
                </a:moveTo>
                <a:lnTo>
                  <a:pt x="3056278" y="0"/>
                </a:lnTo>
                <a:lnTo>
                  <a:pt x="3056278" y="3335224"/>
                </a:lnTo>
                <a:lnTo>
                  <a:pt x="0" y="3335224"/>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10" id="10"/>
          <p:cNvSpPr txBox="true"/>
          <p:nvPr/>
        </p:nvSpPr>
        <p:spPr>
          <a:xfrm rot="0">
            <a:off x="4790334" y="5328682"/>
            <a:ext cx="8707332" cy="2823579"/>
          </a:xfrm>
          <a:prstGeom prst="rect">
            <a:avLst/>
          </a:prstGeom>
        </p:spPr>
        <p:txBody>
          <a:bodyPr anchor="t" rtlCol="false" tIns="0" lIns="0" bIns="0" rIns="0">
            <a:spAutoFit/>
          </a:bodyPr>
          <a:lstStyle/>
          <a:p>
            <a:pPr algn="ctr">
              <a:lnSpc>
                <a:spcPts val="3690"/>
              </a:lnSpc>
            </a:pPr>
            <a:r>
              <a:rPr lang="en-US" sz="3728">
                <a:solidFill>
                  <a:srgbClr val="3B6492"/>
                </a:solidFill>
                <a:latin typeface="Itim"/>
                <a:ea typeface="Itim"/>
                <a:cs typeface="Itim"/>
                <a:sym typeface="Itim"/>
              </a:rPr>
              <a:t>Excelle</a:t>
            </a:r>
            <a:r>
              <a:rPr lang="en-US" sz="3728">
                <a:solidFill>
                  <a:srgbClr val="3B6492"/>
                </a:solidFill>
                <a:latin typeface="Itim"/>
                <a:ea typeface="Itim"/>
                <a:cs typeface="Itim"/>
                <a:sym typeface="Itim"/>
              </a:rPr>
              <a:t>nce is a journey, not a destination. Every skill mastered and every lesson learned adds to our growth. The pursuit of improvement fuels our potential, reminding us that learning continues long after graduation.</a:t>
            </a:r>
          </a:p>
        </p:txBody>
      </p:sp>
      <p:sp>
        <p:nvSpPr>
          <p:cNvPr name="TextBox 11" id="11"/>
          <p:cNvSpPr txBox="true"/>
          <p:nvPr/>
        </p:nvSpPr>
        <p:spPr>
          <a:xfrm rot="0">
            <a:off x="4516751" y="2322320"/>
            <a:ext cx="9254498" cy="2327377"/>
          </a:xfrm>
          <a:prstGeom prst="rect">
            <a:avLst/>
          </a:prstGeom>
        </p:spPr>
        <p:txBody>
          <a:bodyPr anchor="t" rtlCol="false" tIns="0" lIns="0" bIns="0" rIns="0">
            <a:spAutoFit/>
          </a:bodyPr>
          <a:lstStyle/>
          <a:p>
            <a:pPr algn="ctr">
              <a:lnSpc>
                <a:spcPts val="8872"/>
              </a:lnSpc>
            </a:pPr>
            <a:r>
              <a:rPr lang="en-US" sz="9540">
                <a:solidFill>
                  <a:srgbClr val="496592"/>
                </a:solidFill>
                <a:latin typeface="Fredoka"/>
                <a:ea typeface="Fredoka"/>
                <a:cs typeface="Fredoka"/>
                <a:sym typeface="Fredoka"/>
              </a:rPr>
              <a:t>Continuous Improvement</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75083">
            <a:off x="-3956918" y="5940374"/>
            <a:ext cx="8668318" cy="4838498"/>
          </a:xfrm>
          <a:custGeom>
            <a:avLst/>
            <a:gdLst/>
            <a:ahLst/>
            <a:cxnLst/>
            <a:rect r="r" b="b" t="t" l="l"/>
            <a:pathLst>
              <a:path h="4838498" w="8668318">
                <a:moveTo>
                  <a:pt x="0" y="0"/>
                </a:moveTo>
                <a:lnTo>
                  <a:pt x="8668319" y="0"/>
                </a:lnTo>
                <a:lnTo>
                  <a:pt x="8668319" y="4838498"/>
                </a:lnTo>
                <a:lnTo>
                  <a:pt x="0" y="483849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544328">
            <a:off x="12738773" y="-1831688"/>
            <a:ext cx="7781841" cy="4343682"/>
          </a:xfrm>
          <a:custGeom>
            <a:avLst/>
            <a:gdLst/>
            <a:ahLst/>
            <a:cxnLst/>
            <a:rect r="r" b="b" t="t" l="l"/>
            <a:pathLst>
              <a:path h="4343682" w="7781841">
                <a:moveTo>
                  <a:pt x="0" y="0"/>
                </a:moveTo>
                <a:lnTo>
                  <a:pt x="7781841" y="0"/>
                </a:lnTo>
                <a:lnTo>
                  <a:pt x="7781841" y="4343682"/>
                </a:lnTo>
                <a:lnTo>
                  <a:pt x="0" y="434368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2227017">
            <a:off x="-1424434" y="7248764"/>
            <a:ext cx="5375811" cy="2221718"/>
          </a:xfrm>
          <a:custGeom>
            <a:avLst/>
            <a:gdLst/>
            <a:ahLst/>
            <a:cxnLst/>
            <a:rect r="r" b="b" t="t" l="l"/>
            <a:pathLst>
              <a:path h="2221718" w="5375811">
                <a:moveTo>
                  <a:pt x="0" y="0"/>
                </a:moveTo>
                <a:lnTo>
                  <a:pt x="5375811" y="0"/>
                </a:lnTo>
                <a:lnTo>
                  <a:pt x="5375811" y="2221718"/>
                </a:lnTo>
                <a:lnTo>
                  <a:pt x="0" y="222171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1214190">
            <a:off x="13941788" y="279300"/>
            <a:ext cx="5375811" cy="2221718"/>
          </a:xfrm>
          <a:custGeom>
            <a:avLst/>
            <a:gdLst/>
            <a:ahLst/>
            <a:cxnLst/>
            <a:rect r="r" b="b" t="t" l="l"/>
            <a:pathLst>
              <a:path h="2221718" w="5375811">
                <a:moveTo>
                  <a:pt x="0" y="0"/>
                </a:moveTo>
                <a:lnTo>
                  <a:pt x="5375811" y="0"/>
                </a:lnTo>
                <a:lnTo>
                  <a:pt x="5375811" y="2221717"/>
                </a:lnTo>
                <a:lnTo>
                  <a:pt x="0" y="222171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6" id="6"/>
          <p:cNvSpPr/>
          <p:nvPr/>
        </p:nvSpPr>
        <p:spPr>
          <a:xfrm flipH="false" flipV="false" rot="3969514">
            <a:off x="16588996" y="4076792"/>
            <a:ext cx="802414" cy="996629"/>
          </a:xfrm>
          <a:custGeom>
            <a:avLst/>
            <a:gdLst/>
            <a:ahLst/>
            <a:cxnLst/>
            <a:rect r="r" b="b" t="t" l="l"/>
            <a:pathLst>
              <a:path h="996629" w="802414">
                <a:moveTo>
                  <a:pt x="0" y="0"/>
                </a:moveTo>
                <a:lnTo>
                  <a:pt x="802414" y="0"/>
                </a:lnTo>
                <a:lnTo>
                  <a:pt x="802414" y="996629"/>
                </a:lnTo>
                <a:lnTo>
                  <a:pt x="0" y="99662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3969514">
            <a:off x="1245456" y="4076792"/>
            <a:ext cx="802414" cy="996629"/>
          </a:xfrm>
          <a:custGeom>
            <a:avLst/>
            <a:gdLst/>
            <a:ahLst/>
            <a:cxnLst/>
            <a:rect r="r" b="b" t="t" l="l"/>
            <a:pathLst>
              <a:path h="996629" w="802414">
                <a:moveTo>
                  <a:pt x="0" y="0"/>
                </a:moveTo>
                <a:lnTo>
                  <a:pt x="802414" y="0"/>
                </a:lnTo>
                <a:lnTo>
                  <a:pt x="802414" y="996629"/>
                </a:lnTo>
                <a:lnTo>
                  <a:pt x="0" y="99662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578388">
            <a:off x="1461249" y="777931"/>
            <a:ext cx="2743102" cy="2593478"/>
          </a:xfrm>
          <a:custGeom>
            <a:avLst/>
            <a:gdLst/>
            <a:ahLst/>
            <a:cxnLst/>
            <a:rect r="r" b="b" t="t" l="l"/>
            <a:pathLst>
              <a:path h="2593478" w="2743102">
                <a:moveTo>
                  <a:pt x="0" y="0"/>
                </a:moveTo>
                <a:lnTo>
                  <a:pt x="2743102" y="0"/>
                </a:lnTo>
                <a:lnTo>
                  <a:pt x="2743102" y="2593478"/>
                </a:lnTo>
                <a:lnTo>
                  <a:pt x="0" y="2593478"/>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9" id="9"/>
          <p:cNvSpPr/>
          <p:nvPr/>
        </p:nvSpPr>
        <p:spPr>
          <a:xfrm flipH="false" flipV="false" rot="0">
            <a:off x="13597097" y="6554209"/>
            <a:ext cx="3662203" cy="3196105"/>
          </a:xfrm>
          <a:custGeom>
            <a:avLst/>
            <a:gdLst/>
            <a:ahLst/>
            <a:cxnLst/>
            <a:rect r="r" b="b" t="t" l="l"/>
            <a:pathLst>
              <a:path h="3196105" w="3662203">
                <a:moveTo>
                  <a:pt x="0" y="0"/>
                </a:moveTo>
                <a:lnTo>
                  <a:pt x="3662203" y="0"/>
                </a:lnTo>
                <a:lnTo>
                  <a:pt x="3662203" y="3196105"/>
                </a:lnTo>
                <a:lnTo>
                  <a:pt x="0" y="3196105"/>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10" id="10"/>
          <p:cNvSpPr txBox="true"/>
          <p:nvPr/>
        </p:nvSpPr>
        <p:spPr>
          <a:xfrm rot="0">
            <a:off x="4790334" y="5328682"/>
            <a:ext cx="8707332" cy="2823579"/>
          </a:xfrm>
          <a:prstGeom prst="rect">
            <a:avLst/>
          </a:prstGeom>
        </p:spPr>
        <p:txBody>
          <a:bodyPr anchor="t" rtlCol="false" tIns="0" lIns="0" bIns="0" rIns="0">
            <a:spAutoFit/>
          </a:bodyPr>
          <a:lstStyle/>
          <a:p>
            <a:pPr algn="ctr">
              <a:lnSpc>
                <a:spcPts val="3690"/>
              </a:lnSpc>
            </a:pPr>
            <a:r>
              <a:rPr lang="en-US" sz="3728">
                <a:solidFill>
                  <a:srgbClr val="3B6492"/>
                </a:solidFill>
                <a:latin typeface="Itim"/>
                <a:ea typeface="Itim"/>
                <a:cs typeface="Itim"/>
                <a:sym typeface="Itim"/>
              </a:rPr>
              <a:t>Education empow</a:t>
            </a:r>
            <a:r>
              <a:rPr lang="en-US" sz="3728">
                <a:solidFill>
                  <a:srgbClr val="3B6492"/>
                </a:solidFill>
                <a:latin typeface="Itim"/>
                <a:ea typeface="Itim"/>
                <a:cs typeface="Itim"/>
                <a:sym typeface="Itim"/>
              </a:rPr>
              <a:t>ers action. Turning knowledge into real-world solutions defines true learning. When creativity meets practical execution, innovation happens—bridging theory and reality to make meaningful impact.</a:t>
            </a:r>
          </a:p>
        </p:txBody>
      </p:sp>
      <p:sp>
        <p:nvSpPr>
          <p:cNvPr name="TextBox 11" id="11"/>
          <p:cNvSpPr txBox="true"/>
          <p:nvPr/>
        </p:nvSpPr>
        <p:spPr>
          <a:xfrm rot="0">
            <a:off x="4516751" y="2322320"/>
            <a:ext cx="9254498" cy="2327377"/>
          </a:xfrm>
          <a:prstGeom prst="rect">
            <a:avLst/>
          </a:prstGeom>
        </p:spPr>
        <p:txBody>
          <a:bodyPr anchor="t" rtlCol="false" tIns="0" lIns="0" bIns="0" rIns="0">
            <a:spAutoFit/>
          </a:bodyPr>
          <a:lstStyle/>
          <a:p>
            <a:pPr algn="ctr">
              <a:lnSpc>
                <a:spcPts val="8872"/>
              </a:lnSpc>
            </a:pPr>
            <a:r>
              <a:rPr lang="en-US" sz="9540">
                <a:solidFill>
                  <a:srgbClr val="496592"/>
                </a:solidFill>
                <a:latin typeface="Fredoka"/>
                <a:ea typeface="Fredoka"/>
                <a:cs typeface="Fredoka"/>
                <a:sym typeface="Fredoka"/>
              </a:rPr>
              <a:t>From Idea to Implementation</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75083">
            <a:off x="-3529408" y="2834851"/>
            <a:ext cx="6235444" cy="3480512"/>
          </a:xfrm>
          <a:custGeom>
            <a:avLst/>
            <a:gdLst/>
            <a:ahLst/>
            <a:cxnLst/>
            <a:rect r="r" b="b" t="t" l="l"/>
            <a:pathLst>
              <a:path h="3480512" w="6235444">
                <a:moveTo>
                  <a:pt x="0" y="0"/>
                </a:moveTo>
                <a:lnTo>
                  <a:pt x="6235445" y="0"/>
                </a:lnTo>
                <a:lnTo>
                  <a:pt x="6235445" y="3480512"/>
                </a:lnTo>
                <a:lnTo>
                  <a:pt x="0" y="348051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108981">
            <a:off x="14141578" y="-598140"/>
            <a:ext cx="6235444" cy="3480512"/>
          </a:xfrm>
          <a:custGeom>
            <a:avLst/>
            <a:gdLst/>
            <a:ahLst/>
            <a:cxnLst/>
            <a:rect r="r" b="b" t="t" l="l"/>
            <a:pathLst>
              <a:path h="3480512" w="6235444">
                <a:moveTo>
                  <a:pt x="6235444" y="0"/>
                </a:moveTo>
                <a:lnTo>
                  <a:pt x="0" y="0"/>
                </a:lnTo>
                <a:lnTo>
                  <a:pt x="0" y="3480512"/>
                </a:lnTo>
                <a:lnTo>
                  <a:pt x="6235444" y="3480512"/>
                </a:lnTo>
                <a:lnTo>
                  <a:pt x="6235444"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2227017">
            <a:off x="-1866331" y="8471617"/>
            <a:ext cx="5375811" cy="2221718"/>
          </a:xfrm>
          <a:custGeom>
            <a:avLst/>
            <a:gdLst/>
            <a:ahLst/>
            <a:cxnLst/>
            <a:rect r="r" b="b" t="t" l="l"/>
            <a:pathLst>
              <a:path h="2221718" w="5375811">
                <a:moveTo>
                  <a:pt x="0" y="0"/>
                </a:moveTo>
                <a:lnTo>
                  <a:pt x="5375811" y="0"/>
                </a:lnTo>
                <a:lnTo>
                  <a:pt x="5375811" y="2221718"/>
                </a:lnTo>
                <a:lnTo>
                  <a:pt x="0" y="222171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1214190">
            <a:off x="13687912" y="7286013"/>
            <a:ext cx="5375811" cy="2221718"/>
          </a:xfrm>
          <a:custGeom>
            <a:avLst/>
            <a:gdLst/>
            <a:ahLst/>
            <a:cxnLst/>
            <a:rect r="r" b="b" t="t" l="l"/>
            <a:pathLst>
              <a:path h="2221718" w="5375811">
                <a:moveTo>
                  <a:pt x="0" y="0"/>
                </a:moveTo>
                <a:lnTo>
                  <a:pt x="5375811" y="0"/>
                </a:lnTo>
                <a:lnTo>
                  <a:pt x="5375811" y="2221718"/>
                </a:lnTo>
                <a:lnTo>
                  <a:pt x="0" y="222171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a:ln cap="sq">
            <a:noFill/>
            <a:prstDash val="solid"/>
            <a:miter/>
          </a:ln>
        </p:spPr>
      </p:sp>
      <p:sp>
        <p:nvSpPr>
          <p:cNvPr name="Freeform 6" id="6"/>
          <p:cNvSpPr/>
          <p:nvPr/>
        </p:nvSpPr>
        <p:spPr>
          <a:xfrm flipH="false" flipV="false" rot="3969514">
            <a:off x="1245456" y="1762882"/>
            <a:ext cx="802414" cy="996629"/>
          </a:xfrm>
          <a:custGeom>
            <a:avLst/>
            <a:gdLst/>
            <a:ahLst/>
            <a:cxnLst/>
            <a:rect r="r" b="b" t="t" l="l"/>
            <a:pathLst>
              <a:path h="996629" w="802414">
                <a:moveTo>
                  <a:pt x="0" y="0"/>
                </a:moveTo>
                <a:lnTo>
                  <a:pt x="802414" y="0"/>
                </a:lnTo>
                <a:lnTo>
                  <a:pt x="802414" y="996629"/>
                </a:lnTo>
                <a:lnTo>
                  <a:pt x="0" y="99662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0">
            <a:off x="2757652" y="5143500"/>
            <a:ext cx="3150722" cy="3718664"/>
          </a:xfrm>
          <a:custGeom>
            <a:avLst/>
            <a:gdLst/>
            <a:ahLst/>
            <a:cxnLst/>
            <a:rect r="r" b="b" t="t" l="l"/>
            <a:pathLst>
              <a:path h="3718664" w="3150722">
                <a:moveTo>
                  <a:pt x="0" y="0"/>
                </a:moveTo>
                <a:lnTo>
                  <a:pt x="3150722" y="0"/>
                </a:lnTo>
                <a:lnTo>
                  <a:pt x="3150722" y="3718664"/>
                </a:lnTo>
                <a:lnTo>
                  <a:pt x="0" y="3718664"/>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8" id="8"/>
          <p:cNvSpPr/>
          <p:nvPr/>
        </p:nvSpPr>
        <p:spPr>
          <a:xfrm flipH="false" flipV="false" rot="0">
            <a:off x="11697687" y="1028700"/>
            <a:ext cx="5198950" cy="3317875"/>
          </a:xfrm>
          <a:custGeom>
            <a:avLst/>
            <a:gdLst/>
            <a:ahLst/>
            <a:cxnLst/>
            <a:rect r="r" b="b" t="t" l="l"/>
            <a:pathLst>
              <a:path h="3317875" w="5198950">
                <a:moveTo>
                  <a:pt x="0" y="0"/>
                </a:moveTo>
                <a:lnTo>
                  <a:pt x="5198950" y="0"/>
                </a:lnTo>
                <a:lnTo>
                  <a:pt x="5198950" y="3317875"/>
                </a:lnTo>
                <a:lnTo>
                  <a:pt x="0" y="3317875"/>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9" id="9"/>
          <p:cNvSpPr txBox="true"/>
          <p:nvPr/>
        </p:nvSpPr>
        <p:spPr>
          <a:xfrm rot="0">
            <a:off x="2952278" y="1940453"/>
            <a:ext cx="8062136" cy="2327377"/>
          </a:xfrm>
          <a:prstGeom prst="rect">
            <a:avLst/>
          </a:prstGeom>
        </p:spPr>
        <p:txBody>
          <a:bodyPr anchor="t" rtlCol="false" tIns="0" lIns="0" bIns="0" rIns="0">
            <a:spAutoFit/>
          </a:bodyPr>
          <a:lstStyle/>
          <a:p>
            <a:pPr algn="l">
              <a:lnSpc>
                <a:spcPts val="8872"/>
              </a:lnSpc>
            </a:pPr>
            <a:r>
              <a:rPr lang="en-US" sz="9540">
                <a:solidFill>
                  <a:srgbClr val="496592"/>
                </a:solidFill>
                <a:latin typeface="Fredoka"/>
                <a:ea typeface="Fredoka"/>
                <a:cs typeface="Fredoka"/>
                <a:sym typeface="Fredoka"/>
              </a:rPr>
              <a:t>The Role of Teachers</a:t>
            </a:r>
          </a:p>
        </p:txBody>
      </p:sp>
      <p:sp>
        <p:nvSpPr>
          <p:cNvPr name="TextBox 10" id="10"/>
          <p:cNvSpPr txBox="true"/>
          <p:nvPr/>
        </p:nvSpPr>
        <p:spPr>
          <a:xfrm rot="0">
            <a:off x="6607316" y="5116599"/>
            <a:ext cx="7689846" cy="3745565"/>
          </a:xfrm>
          <a:prstGeom prst="rect">
            <a:avLst/>
          </a:prstGeom>
        </p:spPr>
        <p:txBody>
          <a:bodyPr anchor="t" rtlCol="false" tIns="0" lIns="0" bIns="0" rIns="0">
            <a:spAutoFit/>
          </a:bodyPr>
          <a:lstStyle/>
          <a:p>
            <a:pPr algn="l">
              <a:lnSpc>
                <a:spcPts val="3690"/>
              </a:lnSpc>
            </a:pPr>
            <a:r>
              <a:rPr lang="en-US" sz="3728">
                <a:solidFill>
                  <a:srgbClr val="3B6492"/>
                </a:solidFill>
                <a:latin typeface="Itim"/>
                <a:ea typeface="Itim"/>
                <a:cs typeface="Itim"/>
                <a:sym typeface="Itim"/>
              </a:rPr>
              <a:t>Teachers are bu</a:t>
            </a:r>
            <a:r>
              <a:rPr lang="en-US" sz="3728">
                <a:solidFill>
                  <a:srgbClr val="3B6492"/>
                </a:solidFill>
                <a:latin typeface="Itim"/>
                <a:ea typeface="Itim"/>
                <a:cs typeface="Itim"/>
                <a:sym typeface="Itim"/>
              </a:rPr>
              <a:t>ilders of futures. With patience and dedication, they guide young minds, nurturing critical thinking and empathy. A great teacher doesn’t just transfer knowledge but inspires lifelong curiosity and confidence in every learner.</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75083">
            <a:off x="-3305459" y="-671429"/>
            <a:ext cx="8668318" cy="4838498"/>
          </a:xfrm>
          <a:custGeom>
            <a:avLst/>
            <a:gdLst/>
            <a:ahLst/>
            <a:cxnLst/>
            <a:rect r="r" b="b" t="t" l="l"/>
            <a:pathLst>
              <a:path h="4838498" w="8668318">
                <a:moveTo>
                  <a:pt x="0" y="0"/>
                </a:moveTo>
                <a:lnTo>
                  <a:pt x="8668318" y="0"/>
                </a:lnTo>
                <a:lnTo>
                  <a:pt x="8668318" y="4838498"/>
                </a:lnTo>
                <a:lnTo>
                  <a:pt x="0" y="483849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2227017">
            <a:off x="203579" y="1236297"/>
            <a:ext cx="5375811" cy="2221718"/>
          </a:xfrm>
          <a:custGeom>
            <a:avLst/>
            <a:gdLst/>
            <a:ahLst/>
            <a:cxnLst/>
            <a:rect r="r" b="b" t="t" l="l"/>
            <a:pathLst>
              <a:path h="2221718" w="5375811">
                <a:moveTo>
                  <a:pt x="0" y="0"/>
                </a:moveTo>
                <a:lnTo>
                  <a:pt x="5375811" y="0"/>
                </a:lnTo>
                <a:lnTo>
                  <a:pt x="5375811" y="2221718"/>
                </a:lnTo>
                <a:lnTo>
                  <a:pt x="0" y="222171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2227017">
            <a:off x="15065264" y="7585655"/>
            <a:ext cx="5375811" cy="2221718"/>
          </a:xfrm>
          <a:custGeom>
            <a:avLst/>
            <a:gdLst/>
            <a:ahLst/>
            <a:cxnLst/>
            <a:rect r="r" b="b" t="t" l="l"/>
            <a:pathLst>
              <a:path h="2221718" w="5375811">
                <a:moveTo>
                  <a:pt x="0" y="0"/>
                </a:moveTo>
                <a:lnTo>
                  <a:pt x="5375811" y="0"/>
                </a:lnTo>
                <a:lnTo>
                  <a:pt x="5375811" y="2221718"/>
                </a:lnTo>
                <a:lnTo>
                  <a:pt x="0" y="222171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5" id="5"/>
          <p:cNvSpPr txBox="true"/>
          <p:nvPr/>
        </p:nvSpPr>
        <p:spPr>
          <a:xfrm rot="0">
            <a:off x="7146197" y="2245170"/>
            <a:ext cx="9254498" cy="2327377"/>
          </a:xfrm>
          <a:prstGeom prst="rect">
            <a:avLst/>
          </a:prstGeom>
        </p:spPr>
        <p:txBody>
          <a:bodyPr anchor="t" rtlCol="false" tIns="0" lIns="0" bIns="0" rIns="0">
            <a:spAutoFit/>
          </a:bodyPr>
          <a:lstStyle/>
          <a:p>
            <a:pPr algn="ctr">
              <a:lnSpc>
                <a:spcPts val="8872"/>
              </a:lnSpc>
            </a:pPr>
            <a:r>
              <a:rPr lang="en-US" sz="9540">
                <a:solidFill>
                  <a:srgbClr val="496592"/>
                </a:solidFill>
                <a:latin typeface="Fredoka"/>
                <a:ea typeface="Fredoka"/>
                <a:cs typeface="Fredoka"/>
                <a:sym typeface="Fredoka"/>
              </a:rPr>
              <a:t>Innovation in Learning</a:t>
            </a:r>
          </a:p>
        </p:txBody>
      </p:sp>
      <p:sp>
        <p:nvSpPr>
          <p:cNvPr name="TextBox 6" id="6"/>
          <p:cNvSpPr txBox="true"/>
          <p:nvPr/>
        </p:nvSpPr>
        <p:spPr>
          <a:xfrm rot="0">
            <a:off x="7626172" y="5217140"/>
            <a:ext cx="8294546" cy="3290304"/>
          </a:xfrm>
          <a:prstGeom prst="rect">
            <a:avLst/>
          </a:prstGeom>
        </p:spPr>
        <p:txBody>
          <a:bodyPr anchor="t" rtlCol="false" tIns="0" lIns="0" bIns="0" rIns="0">
            <a:spAutoFit/>
          </a:bodyPr>
          <a:lstStyle/>
          <a:p>
            <a:pPr algn="ctr">
              <a:lnSpc>
                <a:spcPts val="3690"/>
              </a:lnSpc>
            </a:pPr>
            <a:r>
              <a:rPr lang="en-US" sz="3728">
                <a:solidFill>
                  <a:srgbClr val="3B6492"/>
                </a:solidFill>
                <a:latin typeface="Itim"/>
                <a:ea typeface="Itim"/>
                <a:cs typeface="Itim"/>
                <a:sym typeface="Itim"/>
              </a:rPr>
              <a:t>Modern education embr</a:t>
            </a:r>
            <a:r>
              <a:rPr lang="en-US" sz="3728">
                <a:solidFill>
                  <a:srgbClr val="3B6492"/>
                </a:solidFill>
                <a:latin typeface="Itim"/>
                <a:ea typeface="Itim"/>
                <a:cs typeface="Itim"/>
                <a:sym typeface="Itim"/>
              </a:rPr>
              <a:t>aces creativity, technology, and collaboration. Digital learning tools and interactive methods allow students to explore ideas freely. Innovation in education ensures that knowledge remains relevant in a fast-changing world.</a:t>
            </a:r>
          </a:p>
        </p:txBody>
      </p:sp>
      <p:sp>
        <p:nvSpPr>
          <p:cNvPr name="Freeform 7" id="7"/>
          <p:cNvSpPr/>
          <p:nvPr/>
        </p:nvSpPr>
        <p:spPr>
          <a:xfrm flipH="false" flipV="false" rot="3969514">
            <a:off x="16240130" y="1499206"/>
            <a:ext cx="802414" cy="996629"/>
          </a:xfrm>
          <a:custGeom>
            <a:avLst/>
            <a:gdLst/>
            <a:ahLst/>
            <a:cxnLst/>
            <a:rect r="r" b="b" t="t" l="l"/>
            <a:pathLst>
              <a:path h="996629" w="802414">
                <a:moveTo>
                  <a:pt x="0" y="0"/>
                </a:moveTo>
                <a:lnTo>
                  <a:pt x="802414" y="0"/>
                </a:lnTo>
                <a:lnTo>
                  <a:pt x="802414" y="996629"/>
                </a:lnTo>
                <a:lnTo>
                  <a:pt x="0" y="99662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3969514">
            <a:off x="5940965" y="3788253"/>
            <a:ext cx="802414" cy="996629"/>
          </a:xfrm>
          <a:custGeom>
            <a:avLst/>
            <a:gdLst/>
            <a:ahLst/>
            <a:cxnLst/>
            <a:rect r="r" b="b" t="t" l="l"/>
            <a:pathLst>
              <a:path h="996629" w="802414">
                <a:moveTo>
                  <a:pt x="0" y="0"/>
                </a:moveTo>
                <a:lnTo>
                  <a:pt x="802414" y="0"/>
                </a:lnTo>
                <a:lnTo>
                  <a:pt x="802414" y="996629"/>
                </a:lnTo>
                <a:lnTo>
                  <a:pt x="0" y="99662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false" flipV="false" rot="0">
            <a:off x="1264810" y="5140940"/>
            <a:ext cx="4440365" cy="4383852"/>
          </a:xfrm>
          <a:custGeom>
            <a:avLst/>
            <a:gdLst/>
            <a:ahLst/>
            <a:cxnLst/>
            <a:rect r="r" b="b" t="t" l="l"/>
            <a:pathLst>
              <a:path h="4383852" w="4440365">
                <a:moveTo>
                  <a:pt x="0" y="0"/>
                </a:moveTo>
                <a:lnTo>
                  <a:pt x="4440366" y="0"/>
                </a:lnTo>
                <a:lnTo>
                  <a:pt x="4440366" y="4383851"/>
                </a:lnTo>
                <a:lnTo>
                  <a:pt x="0" y="4383851"/>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75083">
            <a:off x="-3305459" y="-671429"/>
            <a:ext cx="8668318" cy="4838498"/>
          </a:xfrm>
          <a:custGeom>
            <a:avLst/>
            <a:gdLst/>
            <a:ahLst/>
            <a:cxnLst/>
            <a:rect r="r" b="b" t="t" l="l"/>
            <a:pathLst>
              <a:path h="4838498" w="8668318">
                <a:moveTo>
                  <a:pt x="0" y="0"/>
                </a:moveTo>
                <a:lnTo>
                  <a:pt x="8668318" y="0"/>
                </a:lnTo>
                <a:lnTo>
                  <a:pt x="8668318" y="4838498"/>
                </a:lnTo>
                <a:lnTo>
                  <a:pt x="0" y="483849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2227017">
            <a:off x="203579" y="1236297"/>
            <a:ext cx="5375811" cy="2221718"/>
          </a:xfrm>
          <a:custGeom>
            <a:avLst/>
            <a:gdLst/>
            <a:ahLst/>
            <a:cxnLst/>
            <a:rect r="r" b="b" t="t" l="l"/>
            <a:pathLst>
              <a:path h="2221718" w="5375811">
                <a:moveTo>
                  <a:pt x="0" y="0"/>
                </a:moveTo>
                <a:lnTo>
                  <a:pt x="5375811" y="0"/>
                </a:lnTo>
                <a:lnTo>
                  <a:pt x="5375811" y="2221718"/>
                </a:lnTo>
                <a:lnTo>
                  <a:pt x="0" y="222171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2227017">
            <a:off x="15065264" y="7585655"/>
            <a:ext cx="5375811" cy="2221718"/>
          </a:xfrm>
          <a:custGeom>
            <a:avLst/>
            <a:gdLst/>
            <a:ahLst/>
            <a:cxnLst/>
            <a:rect r="r" b="b" t="t" l="l"/>
            <a:pathLst>
              <a:path h="2221718" w="5375811">
                <a:moveTo>
                  <a:pt x="0" y="0"/>
                </a:moveTo>
                <a:lnTo>
                  <a:pt x="5375811" y="0"/>
                </a:lnTo>
                <a:lnTo>
                  <a:pt x="5375811" y="2221718"/>
                </a:lnTo>
                <a:lnTo>
                  <a:pt x="0" y="222171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5" id="5"/>
          <p:cNvSpPr txBox="true"/>
          <p:nvPr/>
        </p:nvSpPr>
        <p:spPr>
          <a:xfrm rot="0">
            <a:off x="7146197" y="2245170"/>
            <a:ext cx="9254498" cy="2327377"/>
          </a:xfrm>
          <a:prstGeom prst="rect">
            <a:avLst/>
          </a:prstGeom>
        </p:spPr>
        <p:txBody>
          <a:bodyPr anchor="t" rtlCol="false" tIns="0" lIns="0" bIns="0" rIns="0">
            <a:spAutoFit/>
          </a:bodyPr>
          <a:lstStyle/>
          <a:p>
            <a:pPr algn="ctr">
              <a:lnSpc>
                <a:spcPts val="8872"/>
              </a:lnSpc>
            </a:pPr>
            <a:r>
              <a:rPr lang="en-US" sz="9540">
                <a:solidFill>
                  <a:srgbClr val="496592"/>
                </a:solidFill>
                <a:latin typeface="Fredoka"/>
                <a:ea typeface="Fredoka"/>
                <a:cs typeface="Fredoka"/>
                <a:sym typeface="Fredoka"/>
              </a:rPr>
              <a:t>Lifelong Learners</a:t>
            </a:r>
          </a:p>
        </p:txBody>
      </p:sp>
      <p:sp>
        <p:nvSpPr>
          <p:cNvPr name="Freeform 6" id="6"/>
          <p:cNvSpPr/>
          <p:nvPr/>
        </p:nvSpPr>
        <p:spPr>
          <a:xfrm flipH="false" flipV="false" rot="3969514">
            <a:off x="16240130" y="1499206"/>
            <a:ext cx="802414" cy="996629"/>
          </a:xfrm>
          <a:custGeom>
            <a:avLst/>
            <a:gdLst/>
            <a:ahLst/>
            <a:cxnLst/>
            <a:rect r="r" b="b" t="t" l="l"/>
            <a:pathLst>
              <a:path h="996629" w="802414">
                <a:moveTo>
                  <a:pt x="0" y="0"/>
                </a:moveTo>
                <a:lnTo>
                  <a:pt x="802414" y="0"/>
                </a:lnTo>
                <a:lnTo>
                  <a:pt x="802414" y="996629"/>
                </a:lnTo>
                <a:lnTo>
                  <a:pt x="0" y="99662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 id="7"/>
          <p:cNvSpPr/>
          <p:nvPr/>
        </p:nvSpPr>
        <p:spPr>
          <a:xfrm flipH="false" flipV="false" rot="3969514">
            <a:off x="5940965" y="3788253"/>
            <a:ext cx="802414" cy="996629"/>
          </a:xfrm>
          <a:custGeom>
            <a:avLst/>
            <a:gdLst/>
            <a:ahLst/>
            <a:cxnLst/>
            <a:rect r="r" b="b" t="t" l="l"/>
            <a:pathLst>
              <a:path h="996629" w="802414">
                <a:moveTo>
                  <a:pt x="0" y="0"/>
                </a:moveTo>
                <a:lnTo>
                  <a:pt x="802414" y="0"/>
                </a:lnTo>
                <a:lnTo>
                  <a:pt x="802414" y="996629"/>
                </a:lnTo>
                <a:lnTo>
                  <a:pt x="0" y="99662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0">
            <a:off x="1028700" y="4714683"/>
            <a:ext cx="4997999" cy="5206249"/>
          </a:xfrm>
          <a:custGeom>
            <a:avLst/>
            <a:gdLst/>
            <a:ahLst/>
            <a:cxnLst/>
            <a:rect r="r" b="b" t="t" l="l"/>
            <a:pathLst>
              <a:path h="5206249" w="4997999">
                <a:moveTo>
                  <a:pt x="0" y="0"/>
                </a:moveTo>
                <a:lnTo>
                  <a:pt x="4997999" y="0"/>
                </a:lnTo>
                <a:lnTo>
                  <a:pt x="4997999" y="5206249"/>
                </a:lnTo>
                <a:lnTo>
                  <a:pt x="0" y="5206249"/>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9" id="9"/>
          <p:cNvSpPr txBox="true"/>
          <p:nvPr/>
        </p:nvSpPr>
        <p:spPr>
          <a:xfrm rot="0">
            <a:off x="7626172" y="5217140"/>
            <a:ext cx="8294546" cy="2823579"/>
          </a:xfrm>
          <a:prstGeom prst="rect">
            <a:avLst/>
          </a:prstGeom>
        </p:spPr>
        <p:txBody>
          <a:bodyPr anchor="t" rtlCol="false" tIns="0" lIns="0" bIns="0" rIns="0">
            <a:spAutoFit/>
          </a:bodyPr>
          <a:lstStyle/>
          <a:p>
            <a:pPr algn="ctr">
              <a:lnSpc>
                <a:spcPts val="3690"/>
              </a:lnSpc>
            </a:pPr>
            <a:r>
              <a:rPr lang="en-US" sz="3728">
                <a:solidFill>
                  <a:srgbClr val="3B6492"/>
                </a:solidFill>
                <a:latin typeface="Itim"/>
                <a:ea typeface="Itim"/>
                <a:cs typeface="Itim"/>
                <a:sym typeface="Itim"/>
              </a:rPr>
              <a:t>Curiosity keeps the mind young. Lifelong learn</a:t>
            </a:r>
            <a:r>
              <a:rPr lang="en-US" sz="3728">
                <a:solidFill>
                  <a:srgbClr val="3B6492"/>
                </a:solidFill>
                <a:latin typeface="Itim"/>
                <a:ea typeface="Itim"/>
                <a:cs typeface="Itim"/>
                <a:sym typeface="Itim"/>
              </a:rPr>
              <a:t>ers adapt to change, embrace challenges, and seek growth beyond comfort zones. In every new skill or subject explored, they rediscover purpose and the joy of understanding.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DAHJ2Ps0LKI</dc:identifier>
  <dcterms:modified xsi:type="dcterms:W3CDTF">2011-08-01T06:04:30Z</dcterms:modified>
  <cp:revision>1</cp:revision>
  <dc:title>Blue and White Playful Learning Education Presentation</dc:title>
</cp:coreProperties>
</file>