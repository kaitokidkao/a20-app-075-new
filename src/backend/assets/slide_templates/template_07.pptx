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Fira Code Bold" charset="1" panose="020B0809050000020004"/>
      <p:regular r:id="rId26"/>
    </p:embeddedFont>
    <p:embeddedFont>
      <p:font typeface="Roboto Mono Bold" charset="1" panose="00000000000000000000"/>
      <p:regular r:id="rId27"/>
    </p:embeddedFont>
    <p:embeddedFont>
      <p:font typeface="Fira Code" charset="1" panose="020B0809050000020004"/>
      <p:regular r:id="rId28"/>
    </p:embeddedFont>
    <p:embeddedFont>
      <p:font typeface="Open Sans" charset="1" panose="020B0606030504020204"/>
      <p:regular r:id="rId29"/>
    </p:embeddedFont>
    <p:embeddedFont>
      <p:font typeface="Roboto Mono" charset="1" panose="00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566222">
            <a:off x="13849926" y="-2321102"/>
            <a:ext cx="5518928" cy="4876725"/>
          </a:xfrm>
          <a:custGeom>
            <a:avLst/>
            <a:gdLst/>
            <a:ahLst/>
            <a:cxnLst/>
            <a:rect r="r" b="b" t="t" l="l"/>
            <a:pathLst>
              <a:path h="4876725" w="5518928">
                <a:moveTo>
                  <a:pt x="0" y="0"/>
                </a:moveTo>
                <a:lnTo>
                  <a:pt x="5518928" y="0"/>
                </a:lnTo>
                <a:lnTo>
                  <a:pt x="5518928" y="4876725"/>
                </a:lnTo>
                <a:lnTo>
                  <a:pt x="0" y="4876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52589" y="7348686"/>
            <a:ext cx="1974239" cy="3361708"/>
          </a:xfrm>
          <a:custGeom>
            <a:avLst/>
            <a:gdLst/>
            <a:ahLst/>
            <a:cxnLst/>
            <a:rect r="r" b="b" t="t" l="l"/>
            <a:pathLst>
              <a:path h="3361708" w="1974239">
                <a:moveTo>
                  <a:pt x="0" y="0"/>
                </a:moveTo>
                <a:lnTo>
                  <a:pt x="1974240" y="0"/>
                </a:lnTo>
                <a:lnTo>
                  <a:pt x="1974240" y="3361707"/>
                </a:lnTo>
                <a:lnTo>
                  <a:pt x="0" y="3361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5836" y="1739325"/>
            <a:ext cx="7696628" cy="7013553"/>
          </a:xfrm>
          <a:custGeom>
            <a:avLst/>
            <a:gdLst/>
            <a:ahLst/>
            <a:cxnLst/>
            <a:rect r="r" b="b" t="t" l="l"/>
            <a:pathLst>
              <a:path h="7013553" w="7696628">
                <a:moveTo>
                  <a:pt x="0" y="0"/>
                </a:moveTo>
                <a:lnTo>
                  <a:pt x="7696628" y="0"/>
                </a:lnTo>
                <a:lnTo>
                  <a:pt x="7696628" y="7013553"/>
                </a:lnTo>
                <a:lnTo>
                  <a:pt x="0" y="70135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375028"/>
            <a:ext cx="2444680" cy="3247764"/>
          </a:xfrm>
          <a:custGeom>
            <a:avLst/>
            <a:gdLst/>
            <a:ahLst/>
            <a:cxnLst/>
            <a:rect r="r" b="b" t="t" l="l"/>
            <a:pathLst>
              <a:path h="3247764" w="2444680">
                <a:moveTo>
                  <a:pt x="0" y="0"/>
                </a:moveTo>
                <a:lnTo>
                  <a:pt x="2444680" y="0"/>
                </a:lnTo>
                <a:lnTo>
                  <a:pt x="2444680" y="3247764"/>
                </a:lnTo>
                <a:lnTo>
                  <a:pt x="0" y="32477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326037" y="3888351"/>
            <a:ext cx="5621115" cy="712897"/>
            <a:chOff x="0" y="0"/>
            <a:chExt cx="6168757" cy="7865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68757" cy="786501"/>
            </a:xfrm>
            <a:custGeom>
              <a:avLst/>
              <a:gdLst/>
              <a:ahLst/>
              <a:cxnLst/>
              <a:rect r="r" b="b" t="t" l="l"/>
              <a:pathLst>
                <a:path h="786501" w="6168757">
                  <a:moveTo>
                    <a:pt x="6044297" y="786501"/>
                  </a:moveTo>
                  <a:lnTo>
                    <a:pt x="124460" y="786501"/>
                  </a:lnTo>
                  <a:cubicBezTo>
                    <a:pt x="55880" y="786501"/>
                    <a:pt x="0" y="730621"/>
                    <a:pt x="0" y="66204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44297" y="0"/>
                  </a:lnTo>
                  <a:cubicBezTo>
                    <a:pt x="6112876" y="0"/>
                    <a:pt x="6168757" y="55880"/>
                    <a:pt x="6168757" y="124460"/>
                  </a:cubicBezTo>
                  <a:lnTo>
                    <a:pt x="6168757" y="662041"/>
                  </a:lnTo>
                  <a:cubicBezTo>
                    <a:pt x="6168757" y="730621"/>
                    <a:pt x="6112876" y="786501"/>
                    <a:pt x="6044297" y="786501"/>
                  </a:cubicBezTo>
                  <a:close/>
                </a:path>
              </a:pathLst>
            </a:custGeom>
            <a:solidFill>
              <a:srgbClr val="EC484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410352" y="4039427"/>
            <a:ext cx="5300084" cy="37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 spc="21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OLDMEAD ELEMENTARY SCHOOL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26037" y="4715548"/>
            <a:ext cx="7106083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7400" b="true">
                <a:solidFill>
                  <a:srgbClr val="EC484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Netiquette for Online Classes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26037" y="8106448"/>
            <a:ext cx="7106083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292524"/>
                </a:solidFill>
                <a:latin typeface="Fira Code"/>
                <a:ea typeface="Fira Code"/>
                <a:cs typeface="Fira Code"/>
                <a:sym typeface="Fira Code"/>
              </a:rPr>
              <a:t>Teacher Cia's Class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6410739" y="371044"/>
            <a:ext cx="5466522" cy="4114800"/>
          </a:xfrm>
          <a:custGeom>
            <a:avLst/>
            <a:gdLst/>
            <a:ahLst/>
            <a:cxnLst/>
            <a:rect r="r" b="b" t="t" l="l"/>
            <a:pathLst>
              <a:path h="4114800" w="5466522">
                <a:moveTo>
                  <a:pt x="5466522" y="0"/>
                </a:moveTo>
                <a:lnTo>
                  <a:pt x="0" y="0"/>
                </a:lnTo>
                <a:lnTo>
                  <a:pt x="0" y="4114800"/>
                </a:lnTo>
                <a:lnTo>
                  <a:pt x="5466522" y="4114800"/>
                </a:lnTo>
                <a:lnTo>
                  <a:pt x="546652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88522" y="6633631"/>
            <a:ext cx="3748877" cy="2591411"/>
          </a:xfrm>
          <a:custGeom>
            <a:avLst/>
            <a:gdLst/>
            <a:ahLst/>
            <a:cxnLst/>
            <a:rect r="r" b="b" t="t" l="l"/>
            <a:pathLst>
              <a:path h="2591411" w="3748877">
                <a:moveTo>
                  <a:pt x="0" y="0"/>
                </a:moveTo>
                <a:lnTo>
                  <a:pt x="3748877" y="0"/>
                </a:lnTo>
                <a:lnTo>
                  <a:pt x="3748877" y="2591412"/>
                </a:lnTo>
                <a:lnTo>
                  <a:pt x="0" y="2591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1638" y="6633631"/>
            <a:ext cx="2931195" cy="2996575"/>
          </a:xfrm>
          <a:custGeom>
            <a:avLst/>
            <a:gdLst/>
            <a:ahLst/>
            <a:cxnLst/>
            <a:rect r="r" b="b" t="t" l="l"/>
            <a:pathLst>
              <a:path h="2996575" w="2931195">
                <a:moveTo>
                  <a:pt x="0" y="0"/>
                </a:moveTo>
                <a:lnTo>
                  <a:pt x="2931195" y="0"/>
                </a:lnTo>
                <a:lnTo>
                  <a:pt x="2931195" y="2996575"/>
                </a:lnTo>
                <a:lnTo>
                  <a:pt x="0" y="29965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98497" y="4915788"/>
            <a:ext cx="9550249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 b="true">
                <a:solidFill>
                  <a:srgbClr val="EC484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Welcome to our</a:t>
            </a:r>
          </a:p>
          <a:p>
            <a:pPr algn="ctr">
              <a:lnSpc>
                <a:spcPts val="7680"/>
              </a:lnSpc>
            </a:pPr>
            <a:r>
              <a:rPr lang="en-US" b="true" sz="6400">
                <a:solidFill>
                  <a:srgbClr val="EC484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online classroom!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98497" y="7095808"/>
            <a:ext cx="9550249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800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Our virtual classroom is a safe space where we learn at our own pace and encourage others to do their best.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651950">
            <a:off x="14542851" y="-1189579"/>
            <a:ext cx="4973934" cy="4114800"/>
          </a:xfrm>
          <a:custGeom>
            <a:avLst/>
            <a:gdLst/>
            <a:ahLst/>
            <a:cxnLst/>
            <a:rect r="r" b="b" t="t" l="l"/>
            <a:pathLst>
              <a:path h="4114800" w="4973934">
                <a:moveTo>
                  <a:pt x="0" y="0"/>
                </a:moveTo>
                <a:lnTo>
                  <a:pt x="4973934" y="0"/>
                </a:lnTo>
                <a:lnTo>
                  <a:pt x="49739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91597" y="3148906"/>
            <a:ext cx="3953403" cy="6471344"/>
          </a:xfrm>
          <a:custGeom>
            <a:avLst/>
            <a:gdLst/>
            <a:ahLst/>
            <a:cxnLst/>
            <a:rect r="r" b="b" t="t" l="l"/>
            <a:pathLst>
              <a:path h="6471344" w="3953403">
                <a:moveTo>
                  <a:pt x="0" y="0"/>
                </a:moveTo>
                <a:lnTo>
                  <a:pt x="3953403" y="0"/>
                </a:lnTo>
                <a:lnTo>
                  <a:pt x="3953403" y="6471344"/>
                </a:lnTo>
                <a:lnTo>
                  <a:pt x="0" y="64713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54877" y="2261217"/>
            <a:ext cx="7778245" cy="387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b="true" sz="6400">
                <a:solidFill>
                  <a:srgbClr val="29252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"Teachers open the door, but you must enter by yourself."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427104" y="6703076"/>
            <a:ext cx="3433792" cy="636697"/>
            <a:chOff x="0" y="0"/>
            <a:chExt cx="3768332" cy="7024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68332" cy="702434"/>
            </a:xfrm>
            <a:custGeom>
              <a:avLst/>
              <a:gdLst/>
              <a:ahLst/>
              <a:cxnLst/>
              <a:rect r="r" b="b" t="t" l="l"/>
              <a:pathLst>
                <a:path h="702434" w="3768332">
                  <a:moveTo>
                    <a:pt x="3643872" y="702434"/>
                  </a:moveTo>
                  <a:lnTo>
                    <a:pt x="124460" y="702434"/>
                  </a:lnTo>
                  <a:cubicBezTo>
                    <a:pt x="55880" y="702434"/>
                    <a:pt x="0" y="646554"/>
                    <a:pt x="0" y="57797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643873" y="0"/>
                  </a:lnTo>
                  <a:cubicBezTo>
                    <a:pt x="3712452" y="0"/>
                    <a:pt x="3768332" y="55880"/>
                    <a:pt x="3768332" y="124460"/>
                  </a:cubicBezTo>
                  <a:lnTo>
                    <a:pt x="3768332" y="577974"/>
                  </a:lnTo>
                  <a:cubicBezTo>
                    <a:pt x="3768332" y="646554"/>
                    <a:pt x="3712452" y="702434"/>
                    <a:pt x="3643873" y="702434"/>
                  </a:cubicBezTo>
                  <a:close/>
                </a:path>
              </a:pathLst>
            </a:custGeom>
            <a:solidFill>
              <a:srgbClr val="EC4845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70707" y="1651220"/>
            <a:ext cx="4710252" cy="5808606"/>
          </a:xfrm>
          <a:custGeom>
            <a:avLst/>
            <a:gdLst/>
            <a:ahLst/>
            <a:cxnLst/>
            <a:rect r="r" b="b" t="t" l="l"/>
            <a:pathLst>
              <a:path h="5808606" w="4710252">
                <a:moveTo>
                  <a:pt x="0" y="0"/>
                </a:moveTo>
                <a:lnTo>
                  <a:pt x="4710252" y="0"/>
                </a:lnTo>
                <a:lnTo>
                  <a:pt x="4710252" y="5808606"/>
                </a:lnTo>
                <a:lnTo>
                  <a:pt x="0" y="58086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613618" y="6814732"/>
            <a:ext cx="306076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 spc="21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CHINESE PROVERB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32641" y="1031117"/>
            <a:ext cx="4381095" cy="8224766"/>
            <a:chOff x="0" y="0"/>
            <a:chExt cx="1482000" cy="27822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2000" cy="2782205"/>
            </a:xfrm>
            <a:custGeom>
              <a:avLst/>
              <a:gdLst/>
              <a:ahLst/>
              <a:cxnLst/>
              <a:rect r="r" b="b" t="t" l="l"/>
              <a:pathLst>
                <a:path h="2782205" w="1482000">
                  <a:moveTo>
                    <a:pt x="1357540" y="2782205"/>
                  </a:moveTo>
                  <a:lnTo>
                    <a:pt x="124460" y="2782205"/>
                  </a:lnTo>
                  <a:cubicBezTo>
                    <a:pt x="55880" y="2782205"/>
                    <a:pt x="0" y="2726325"/>
                    <a:pt x="0" y="265774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357540" y="0"/>
                  </a:lnTo>
                  <a:cubicBezTo>
                    <a:pt x="1426120" y="0"/>
                    <a:pt x="1482000" y="55880"/>
                    <a:pt x="1482000" y="124460"/>
                  </a:cubicBezTo>
                  <a:lnTo>
                    <a:pt x="1482000" y="2657745"/>
                  </a:lnTo>
                  <a:cubicBezTo>
                    <a:pt x="1482000" y="2726325"/>
                    <a:pt x="1426120" y="2782205"/>
                    <a:pt x="1357540" y="2782205"/>
                  </a:cubicBezTo>
                  <a:close/>
                </a:path>
              </a:pathLst>
            </a:custGeom>
            <a:solidFill>
              <a:srgbClr val="C9E26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282955" y="1967419"/>
            <a:ext cx="4080467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CLASSROOM REMINDERS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82955" y="3338729"/>
            <a:ext cx="4080467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292524"/>
                </a:solidFill>
                <a:latin typeface="Fira Code"/>
                <a:ea typeface="Fira Code"/>
                <a:cs typeface="Fira Code"/>
                <a:sym typeface="Fira Code"/>
              </a:rPr>
              <a:t>Best practices for maximizing learning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82955" y="5211546"/>
            <a:ext cx="4080467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b="true" sz="3999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ONLINE</a:t>
            </a:r>
          </a:p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ETIQUETTE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82955" y="6582856"/>
            <a:ext cx="4080467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92524"/>
                </a:solidFill>
                <a:latin typeface="Fira Code"/>
                <a:ea typeface="Fira Code"/>
                <a:cs typeface="Fira Code"/>
                <a:sym typeface="Fira Code"/>
              </a:rPr>
              <a:t>Observing good behavior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292524"/>
                </a:solidFill>
                <a:latin typeface="Fira Code"/>
                <a:ea typeface="Fira Code"/>
                <a:cs typeface="Fira Code"/>
                <a:sym typeface="Fira Code"/>
              </a:rPr>
              <a:t>in our virtual classroom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2091" y="1250192"/>
            <a:ext cx="11963400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</a:pPr>
            <a:r>
              <a:rPr lang="en-US" b="true" sz="6000">
                <a:solidFill>
                  <a:srgbClr val="29252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Ground rules for orderly, fruitful online classes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341585" y="4849596"/>
            <a:ext cx="5686281" cy="4114800"/>
          </a:xfrm>
          <a:custGeom>
            <a:avLst/>
            <a:gdLst/>
            <a:ahLst/>
            <a:cxnLst/>
            <a:rect r="r" b="b" t="t" l="l"/>
            <a:pathLst>
              <a:path h="4114800" w="5686281">
                <a:moveTo>
                  <a:pt x="0" y="0"/>
                </a:moveTo>
                <a:lnTo>
                  <a:pt x="5686281" y="0"/>
                </a:lnTo>
                <a:lnTo>
                  <a:pt x="56862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4479254"/>
            <a:ext cx="6341460" cy="4485142"/>
          </a:xfrm>
          <a:custGeom>
            <a:avLst/>
            <a:gdLst/>
            <a:ahLst/>
            <a:cxnLst/>
            <a:rect r="r" b="b" t="t" l="l"/>
            <a:pathLst>
              <a:path h="4485142" w="6341460">
                <a:moveTo>
                  <a:pt x="0" y="0"/>
                </a:moveTo>
                <a:lnTo>
                  <a:pt x="6341460" y="0"/>
                </a:lnTo>
                <a:lnTo>
                  <a:pt x="6341460" y="4485142"/>
                </a:lnTo>
                <a:lnTo>
                  <a:pt x="0" y="4485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3602" y="1868941"/>
            <a:ext cx="7062774" cy="6549117"/>
          </a:xfrm>
          <a:custGeom>
            <a:avLst/>
            <a:gdLst/>
            <a:ahLst/>
            <a:cxnLst/>
            <a:rect r="r" b="b" t="t" l="l"/>
            <a:pathLst>
              <a:path h="6549117" w="7062774">
                <a:moveTo>
                  <a:pt x="0" y="0"/>
                </a:moveTo>
                <a:lnTo>
                  <a:pt x="7062773" y="0"/>
                </a:lnTo>
                <a:lnTo>
                  <a:pt x="7062773" y="6549118"/>
                </a:lnTo>
                <a:lnTo>
                  <a:pt x="0" y="6549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45425" y="2429400"/>
            <a:ext cx="9278973" cy="5428199"/>
          </a:xfrm>
          <a:custGeom>
            <a:avLst/>
            <a:gdLst/>
            <a:ahLst/>
            <a:cxnLst/>
            <a:rect r="r" b="b" t="t" l="l"/>
            <a:pathLst>
              <a:path h="5428199" w="9278973">
                <a:moveTo>
                  <a:pt x="0" y="0"/>
                </a:moveTo>
                <a:lnTo>
                  <a:pt x="9278973" y="0"/>
                </a:lnTo>
                <a:lnTo>
                  <a:pt x="9278973" y="5428200"/>
                </a:lnTo>
                <a:lnTo>
                  <a:pt x="0" y="5428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784090" y="4065237"/>
            <a:ext cx="780164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true">
                <a:solidFill>
                  <a:srgbClr val="29252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Classroom Rules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84090" y="5254658"/>
            <a:ext cx="7801644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800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Good habits for a great learni</a:t>
            </a:r>
            <a:r>
              <a:rPr lang="en-US" b="true" sz="2800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ng environment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26573" y="990207"/>
            <a:ext cx="5453349" cy="4114800"/>
          </a:xfrm>
          <a:custGeom>
            <a:avLst/>
            <a:gdLst/>
            <a:ahLst/>
            <a:cxnLst/>
            <a:rect r="r" b="b" t="t" l="l"/>
            <a:pathLst>
              <a:path h="4114800" w="5453349">
                <a:moveTo>
                  <a:pt x="0" y="0"/>
                </a:moveTo>
                <a:lnTo>
                  <a:pt x="5453350" y="0"/>
                </a:lnTo>
                <a:lnTo>
                  <a:pt x="54533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10837" y="5181993"/>
            <a:ext cx="6269086" cy="4114800"/>
          </a:xfrm>
          <a:custGeom>
            <a:avLst/>
            <a:gdLst/>
            <a:ahLst/>
            <a:cxnLst/>
            <a:rect r="r" b="b" t="t" l="l"/>
            <a:pathLst>
              <a:path h="4114800" w="6269086">
                <a:moveTo>
                  <a:pt x="0" y="0"/>
                </a:moveTo>
                <a:lnTo>
                  <a:pt x="6269086" y="0"/>
                </a:lnTo>
                <a:lnTo>
                  <a:pt x="62690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03327" y="2358948"/>
            <a:ext cx="8292595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true">
                <a:solidFill>
                  <a:srgbClr val="EC484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Be conscious of class attendance.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03327" y="4860712"/>
            <a:ext cx="6407319" cy="598597"/>
            <a:chOff x="0" y="0"/>
            <a:chExt cx="7031558" cy="660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31558" cy="660400"/>
            </a:xfrm>
            <a:custGeom>
              <a:avLst/>
              <a:gdLst/>
              <a:ahLst/>
              <a:cxnLst/>
              <a:rect r="r" b="b" t="t" l="l"/>
              <a:pathLst>
                <a:path h="660400" w="7031558">
                  <a:moveTo>
                    <a:pt x="69070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907098" y="0"/>
                  </a:lnTo>
                  <a:cubicBezTo>
                    <a:pt x="6975677" y="0"/>
                    <a:pt x="7031558" y="55880"/>
                    <a:pt x="7031558" y="124460"/>
                  </a:cubicBezTo>
                  <a:lnTo>
                    <a:pt x="7031558" y="535940"/>
                  </a:lnTo>
                  <a:cubicBezTo>
                    <a:pt x="7031558" y="604520"/>
                    <a:pt x="6975677" y="660400"/>
                    <a:pt x="6907098" y="660400"/>
                  </a:cubicBezTo>
                  <a:close/>
                </a:path>
              </a:pathLst>
            </a:custGeom>
            <a:solidFill>
              <a:srgbClr val="EC4845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877171" y="4961572"/>
            <a:ext cx="605963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2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COME TO CLASS AS MUCH AS YOU CAN.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03327" y="5970347"/>
            <a:ext cx="7778245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800" b="true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If you have health, connectivity, or other problems that stop you from attending classes, let the teacher know immediately.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5811" y="3667512"/>
            <a:ext cx="7971229" cy="5579860"/>
          </a:xfrm>
          <a:custGeom>
            <a:avLst/>
            <a:gdLst/>
            <a:ahLst/>
            <a:cxnLst/>
            <a:rect r="r" b="b" t="t" l="l"/>
            <a:pathLst>
              <a:path h="5579860" w="7971229">
                <a:moveTo>
                  <a:pt x="0" y="0"/>
                </a:moveTo>
                <a:lnTo>
                  <a:pt x="7971229" y="0"/>
                </a:lnTo>
                <a:lnTo>
                  <a:pt x="7971229" y="5579860"/>
                </a:lnTo>
                <a:lnTo>
                  <a:pt x="0" y="55798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20529" y="4927313"/>
            <a:ext cx="6206875" cy="951022"/>
            <a:chOff x="0" y="0"/>
            <a:chExt cx="6811585" cy="10436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11585" cy="1043676"/>
            </a:xfrm>
            <a:custGeom>
              <a:avLst/>
              <a:gdLst/>
              <a:ahLst/>
              <a:cxnLst/>
              <a:rect r="r" b="b" t="t" l="l"/>
              <a:pathLst>
                <a:path h="1043676" w="6811585">
                  <a:moveTo>
                    <a:pt x="6687125" y="1043676"/>
                  </a:moveTo>
                  <a:lnTo>
                    <a:pt x="124460" y="1043676"/>
                  </a:lnTo>
                  <a:cubicBezTo>
                    <a:pt x="55880" y="1043676"/>
                    <a:pt x="0" y="987796"/>
                    <a:pt x="0" y="91921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687125" y="0"/>
                  </a:lnTo>
                  <a:cubicBezTo>
                    <a:pt x="6755705" y="0"/>
                    <a:pt x="6811585" y="55880"/>
                    <a:pt x="6811585" y="124460"/>
                  </a:cubicBezTo>
                  <a:lnTo>
                    <a:pt x="6811585" y="919216"/>
                  </a:lnTo>
                  <a:cubicBezTo>
                    <a:pt x="6811585" y="987796"/>
                    <a:pt x="6755705" y="1043676"/>
                    <a:pt x="6687125" y="1043676"/>
                  </a:cubicBezTo>
                  <a:close/>
                </a:path>
              </a:pathLst>
            </a:custGeom>
            <a:solidFill>
              <a:srgbClr val="C9E265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620529" y="1707038"/>
            <a:ext cx="7391659" cy="290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29252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Submit assignments</a:t>
            </a:r>
          </a:p>
          <a:p>
            <a:pPr algn="l">
              <a:lnSpc>
                <a:spcPts val="7680"/>
              </a:lnSpc>
            </a:pPr>
            <a:r>
              <a:rPr lang="en-US" sz="6400" b="true">
                <a:solidFill>
                  <a:srgbClr val="29252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 time.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75137" y="5028174"/>
            <a:ext cx="569765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200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FOLLOW GUIDELINES FOR TURNING IN YOUR ASSIGNMENTS.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20529" y="6105100"/>
            <a:ext cx="7391659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800" b="true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Make sure to follow the deadline, format, and other instructions before you pass your assignments. This way, the teacher can easily find and open your files.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438998" y="1039628"/>
            <a:ext cx="2430856" cy="2485076"/>
          </a:xfrm>
          <a:custGeom>
            <a:avLst/>
            <a:gdLst/>
            <a:ahLst/>
            <a:cxnLst/>
            <a:rect r="r" b="b" t="t" l="l"/>
            <a:pathLst>
              <a:path h="2485076" w="2430856">
                <a:moveTo>
                  <a:pt x="0" y="0"/>
                </a:moveTo>
                <a:lnTo>
                  <a:pt x="2430856" y="0"/>
                </a:lnTo>
                <a:lnTo>
                  <a:pt x="2430856" y="2485076"/>
                </a:lnTo>
                <a:lnTo>
                  <a:pt x="0" y="24850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56221" y="1339099"/>
            <a:ext cx="7778245" cy="290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true">
                <a:solidFill>
                  <a:srgbClr val="29252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Practice independent learning.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56221" y="4674974"/>
            <a:ext cx="5662990" cy="951022"/>
            <a:chOff x="0" y="0"/>
            <a:chExt cx="6214711" cy="10436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14711" cy="1043676"/>
            </a:xfrm>
            <a:custGeom>
              <a:avLst/>
              <a:gdLst/>
              <a:ahLst/>
              <a:cxnLst/>
              <a:rect r="r" b="b" t="t" l="l"/>
              <a:pathLst>
                <a:path h="1043676" w="6214711">
                  <a:moveTo>
                    <a:pt x="6090251" y="1043676"/>
                  </a:moveTo>
                  <a:lnTo>
                    <a:pt x="124460" y="1043676"/>
                  </a:lnTo>
                  <a:cubicBezTo>
                    <a:pt x="55880" y="1043676"/>
                    <a:pt x="0" y="987796"/>
                    <a:pt x="0" y="91921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90251" y="0"/>
                  </a:lnTo>
                  <a:cubicBezTo>
                    <a:pt x="6158831" y="0"/>
                    <a:pt x="6214711" y="55880"/>
                    <a:pt x="6214711" y="124460"/>
                  </a:cubicBezTo>
                  <a:lnTo>
                    <a:pt x="6214711" y="919216"/>
                  </a:lnTo>
                  <a:cubicBezTo>
                    <a:pt x="6214711" y="987796"/>
                    <a:pt x="6158831" y="1043676"/>
                    <a:pt x="6090251" y="1043676"/>
                  </a:cubicBezTo>
                  <a:close/>
                </a:path>
              </a:pathLst>
            </a:custGeom>
            <a:solidFill>
              <a:srgbClr val="EC4845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2169800" y="4775835"/>
            <a:ext cx="523583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2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PART OF LEARNING IS SEARCHING</a:t>
            </a:r>
          </a:p>
          <a:p>
            <a:pPr algn="l">
              <a:lnSpc>
                <a:spcPts val="2800"/>
              </a:lnSpc>
            </a:pPr>
            <a:r>
              <a:rPr lang="en-US" b="true" sz="2000" spc="2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FOR ANSWERS ON YOUR OWN.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56221" y="5999596"/>
            <a:ext cx="7391659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800" b="true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If you have a question, check if you can find the answer online or in your books, notes, or lesson outline. If you still have trouble, we can find the answer together.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378742" y="1040530"/>
            <a:ext cx="5953037" cy="8205941"/>
          </a:xfrm>
          <a:custGeom>
            <a:avLst/>
            <a:gdLst/>
            <a:ahLst/>
            <a:cxnLst/>
            <a:rect r="r" b="b" t="t" l="l"/>
            <a:pathLst>
              <a:path h="8205941" w="5953037">
                <a:moveTo>
                  <a:pt x="0" y="0"/>
                </a:moveTo>
                <a:lnTo>
                  <a:pt x="5953037" y="0"/>
                </a:lnTo>
                <a:lnTo>
                  <a:pt x="5953037" y="8205940"/>
                </a:lnTo>
                <a:lnTo>
                  <a:pt x="0" y="820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48170" y="1333052"/>
            <a:ext cx="7391659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b="true" sz="6400">
                <a:solidFill>
                  <a:srgbClr val="29252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Feel free to participate!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188507" y="4069298"/>
            <a:ext cx="5910985" cy="951022"/>
            <a:chOff x="0" y="0"/>
            <a:chExt cx="6486868" cy="10436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86868" cy="1043676"/>
            </a:xfrm>
            <a:custGeom>
              <a:avLst/>
              <a:gdLst/>
              <a:ahLst/>
              <a:cxnLst/>
              <a:rect r="r" b="b" t="t" l="l"/>
              <a:pathLst>
                <a:path h="1043676" w="6486868">
                  <a:moveTo>
                    <a:pt x="6362408" y="1043676"/>
                  </a:moveTo>
                  <a:lnTo>
                    <a:pt x="124460" y="1043676"/>
                  </a:lnTo>
                  <a:cubicBezTo>
                    <a:pt x="55880" y="1043676"/>
                    <a:pt x="0" y="987796"/>
                    <a:pt x="0" y="91921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362408" y="0"/>
                  </a:lnTo>
                  <a:cubicBezTo>
                    <a:pt x="6430988" y="0"/>
                    <a:pt x="6486868" y="55880"/>
                    <a:pt x="6486868" y="124460"/>
                  </a:cubicBezTo>
                  <a:lnTo>
                    <a:pt x="6486868" y="919216"/>
                  </a:lnTo>
                  <a:cubicBezTo>
                    <a:pt x="6486868" y="987796"/>
                    <a:pt x="6430988" y="1043676"/>
                    <a:pt x="6362408" y="1043676"/>
                  </a:cubicBezTo>
                  <a:close/>
                </a:path>
              </a:pathLst>
            </a:custGeom>
            <a:solidFill>
              <a:srgbClr val="EC4845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6807632" y="4170159"/>
            <a:ext cx="4672735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 spc="2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DON'T BE AFRAID TO VOICE OUT YOUR IDEAS.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48170" y="5765842"/>
            <a:ext cx="7391659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800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When asked, you can express your thoughts and opinions during discussion time. Remember to wait for others to finish speaking first.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985435" y="2660576"/>
            <a:ext cx="4273865" cy="6995910"/>
          </a:xfrm>
          <a:custGeom>
            <a:avLst/>
            <a:gdLst/>
            <a:ahLst/>
            <a:cxnLst/>
            <a:rect r="r" b="b" t="t" l="l"/>
            <a:pathLst>
              <a:path h="6995910" w="4273865">
                <a:moveTo>
                  <a:pt x="0" y="0"/>
                </a:moveTo>
                <a:lnTo>
                  <a:pt x="4273865" y="0"/>
                </a:lnTo>
                <a:lnTo>
                  <a:pt x="4273865" y="6995910"/>
                </a:lnTo>
                <a:lnTo>
                  <a:pt x="0" y="6995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1142" y="3806218"/>
            <a:ext cx="5307028" cy="6544541"/>
          </a:xfrm>
          <a:custGeom>
            <a:avLst/>
            <a:gdLst/>
            <a:ahLst/>
            <a:cxnLst/>
            <a:rect r="r" b="b" t="t" l="l"/>
            <a:pathLst>
              <a:path h="6544541" w="5307028">
                <a:moveTo>
                  <a:pt x="0" y="0"/>
                </a:moveTo>
                <a:lnTo>
                  <a:pt x="5307028" y="0"/>
                </a:lnTo>
                <a:lnTo>
                  <a:pt x="5307028" y="6544541"/>
                </a:lnTo>
                <a:lnTo>
                  <a:pt x="0" y="6544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52760" y="3410711"/>
            <a:ext cx="10582480" cy="3465577"/>
            <a:chOff x="0" y="0"/>
            <a:chExt cx="3579752" cy="11723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79752" cy="1172307"/>
            </a:xfrm>
            <a:custGeom>
              <a:avLst/>
              <a:gdLst/>
              <a:ahLst/>
              <a:cxnLst/>
              <a:rect r="r" b="b" t="t" l="l"/>
              <a:pathLst>
                <a:path h="1172307" w="3579752">
                  <a:moveTo>
                    <a:pt x="3455292" y="1172306"/>
                  </a:moveTo>
                  <a:lnTo>
                    <a:pt x="124460" y="1172306"/>
                  </a:lnTo>
                  <a:cubicBezTo>
                    <a:pt x="55880" y="1172306"/>
                    <a:pt x="0" y="1116426"/>
                    <a:pt x="0" y="104784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55293" y="0"/>
                  </a:lnTo>
                  <a:cubicBezTo>
                    <a:pt x="3523873" y="0"/>
                    <a:pt x="3579752" y="55880"/>
                    <a:pt x="3579752" y="124460"/>
                  </a:cubicBezTo>
                  <a:lnTo>
                    <a:pt x="3579752" y="1047847"/>
                  </a:lnTo>
                  <a:cubicBezTo>
                    <a:pt x="3579752" y="1116426"/>
                    <a:pt x="3523873" y="1172307"/>
                    <a:pt x="3455293" y="1172307"/>
                  </a:cubicBezTo>
                  <a:close/>
                </a:path>
              </a:pathLst>
            </a:custGeom>
            <a:solidFill>
              <a:srgbClr val="EC4845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267021" y="7072247"/>
            <a:ext cx="3753958" cy="3214753"/>
          </a:xfrm>
          <a:custGeom>
            <a:avLst/>
            <a:gdLst/>
            <a:ahLst/>
            <a:cxnLst/>
            <a:rect r="r" b="b" t="t" l="l"/>
            <a:pathLst>
              <a:path h="3214753" w="3753958">
                <a:moveTo>
                  <a:pt x="0" y="0"/>
                </a:moveTo>
                <a:lnTo>
                  <a:pt x="3753958" y="0"/>
                </a:lnTo>
                <a:lnTo>
                  <a:pt x="3753958" y="3214753"/>
                </a:lnTo>
                <a:lnTo>
                  <a:pt x="0" y="32147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30431" y="4160487"/>
            <a:ext cx="8827138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b="true" sz="6400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Online Etiquette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30431" y="5159408"/>
            <a:ext cx="8827138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8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Basic rules to observe while classes are going 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222359">
            <a:off x="7763135" y="390568"/>
            <a:ext cx="2761730" cy="2882261"/>
          </a:xfrm>
          <a:custGeom>
            <a:avLst/>
            <a:gdLst/>
            <a:ahLst/>
            <a:cxnLst/>
            <a:rect r="r" b="b" t="t" l="l"/>
            <a:pathLst>
              <a:path h="2882261" w="2761730">
                <a:moveTo>
                  <a:pt x="0" y="0"/>
                </a:moveTo>
                <a:lnTo>
                  <a:pt x="2761730" y="0"/>
                </a:lnTo>
                <a:lnTo>
                  <a:pt x="2761730" y="2882261"/>
                </a:lnTo>
                <a:lnTo>
                  <a:pt x="0" y="2882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11259" y="1028700"/>
            <a:ext cx="2738212" cy="8229600"/>
          </a:xfrm>
          <a:custGeom>
            <a:avLst/>
            <a:gdLst/>
            <a:ahLst/>
            <a:cxnLst/>
            <a:rect r="r" b="b" t="t" l="l"/>
            <a:pathLst>
              <a:path h="8229600" w="2738212">
                <a:moveTo>
                  <a:pt x="0" y="0"/>
                </a:moveTo>
                <a:lnTo>
                  <a:pt x="2738212" y="0"/>
                </a:lnTo>
                <a:lnTo>
                  <a:pt x="27382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16437" y="2129388"/>
            <a:ext cx="7391659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true">
                <a:solidFill>
                  <a:srgbClr val="EC484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Listen to the teacher.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16437" y="6199907"/>
            <a:ext cx="7391659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800" b="true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Be all ears during classes. Turn off loud music and other noise that will stop you from hearing the audio.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116437" y="4463359"/>
            <a:ext cx="6091401" cy="1393302"/>
            <a:chOff x="0" y="0"/>
            <a:chExt cx="4952311" cy="11327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52312" cy="1132755"/>
            </a:xfrm>
            <a:custGeom>
              <a:avLst/>
              <a:gdLst/>
              <a:ahLst/>
              <a:cxnLst/>
              <a:rect r="r" b="b" t="t" l="l"/>
              <a:pathLst>
                <a:path h="1132755" w="4952312">
                  <a:moveTo>
                    <a:pt x="4827851" y="1132755"/>
                  </a:moveTo>
                  <a:lnTo>
                    <a:pt x="124460" y="1132755"/>
                  </a:lnTo>
                  <a:cubicBezTo>
                    <a:pt x="55880" y="1132755"/>
                    <a:pt x="0" y="1076875"/>
                    <a:pt x="0" y="100829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827851" y="0"/>
                  </a:lnTo>
                  <a:cubicBezTo>
                    <a:pt x="4896431" y="0"/>
                    <a:pt x="4952312" y="55880"/>
                    <a:pt x="4952312" y="124460"/>
                  </a:cubicBezTo>
                  <a:lnTo>
                    <a:pt x="4952312" y="1008295"/>
                  </a:lnTo>
                  <a:cubicBezTo>
                    <a:pt x="4952312" y="1076875"/>
                    <a:pt x="4896431" y="1132755"/>
                    <a:pt x="4827851" y="1132755"/>
                  </a:cubicBezTo>
                  <a:close/>
                </a:path>
              </a:pathLst>
            </a:custGeom>
            <a:solidFill>
              <a:srgbClr val="C9E265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5304507" y="4598035"/>
            <a:ext cx="5183469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Pay attention to the lesson.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643416" y="5971307"/>
            <a:ext cx="4266498" cy="3420956"/>
          </a:xfrm>
          <a:custGeom>
            <a:avLst/>
            <a:gdLst/>
            <a:ahLst/>
            <a:cxnLst/>
            <a:rect r="r" b="b" t="t" l="l"/>
            <a:pathLst>
              <a:path h="3420956" w="4266498">
                <a:moveTo>
                  <a:pt x="4266498" y="0"/>
                </a:moveTo>
                <a:lnTo>
                  <a:pt x="0" y="0"/>
                </a:lnTo>
                <a:lnTo>
                  <a:pt x="0" y="3420956"/>
                </a:lnTo>
                <a:lnTo>
                  <a:pt x="4266498" y="3420956"/>
                </a:lnTo>
                <a:lnTo>
                  <a:pt x="426649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2466975" y="1028700"/>
            <a:ext cx="4758205" cy="8229600"/>
          </a:xfrm>
          <a:custGeom>
            <a:avLst/>
            <a:gdLst/>
            <a:ahLst/>
            <a:cxnLst/>
            <a:rect r="r" b="b" t="t" l="l"/>
            <a:pathLst>
              <a:path h="8229600" w="4758205">
                <a:moveTo>
                  <a:pt x="4758205" y="0"/>
                </a:moveTo>
                <a:lnTo>
                  <a:pt x="0" y="0"/>
                </a:lnTo>
                <a:lnTo>
                  <a:pt x="0" y="8229600"/>
                </a:lnTo>
                <a:lnTo>
                  <a:pt x="4758205" y="8229600"/>
                </a:lnTo>
                <a:lnTo>
                  <a:pt x="475820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00784" y="2256557"/>
            <a:ext cx="7391659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true">
                <a:solidFill>
                  <a:srgbClr val="29252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No yelling, please.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00784" y="6568038"/>
            <a:ext cx="7391659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800" b="true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Talk in your normal voice. If you have problems with the audio, let the teacher know in the chat box.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300784" y="4743464"/>
            <a:ext cx="7391659" cy="1328391"/>
            <a:chOff x="0" y="0"/>
            <a:chExt cx="6009422" cy="10799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09422" cy="1079983"/>
            </a:xfrm>
            <a:custGeom>
              <a:avLst/>
              <a:gdLst/>
              <a:ahLst/>
              <a:cxnLst/>
              <a:rect r="r" b="b" t="t" l="l"/>
              <a:pathLst>
                <a:path h="1079983" w="6009422">
                  <a:moveTo>
                    <a:pt x="5884962" y="1079982"/>
                  </a:moveTo>
                  <a:lnTo>
                    <a:pt x="124460" y="1079982"/>
                  </a:lnTo>
                  <a:cubicBezTo>
                    <a:pt x="55880" y="1079982"/>
                    <a:pt x="0" y="1024103"/>
                    <a:pt x="0" y="95552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884962" y="0"/>
                  </a:lnTo>
                  <a:cubicBezTo>
                    <a:pt x="5953542" y="0"/>
                    <a:pt x="6009422" y="55880"/>
                    <a:pt x="6009422" y="124460"/>
                  </a:cubicBezTo>
                  <a:lnTo>
                    <a:pt x="6009422" y="955523"/>
                  </a:lnTo>
                  <a:cubicBezTo>
                    <a:pt x="6009422" y="1024103"/>
                    <a:pt x="5953542" y="1079983"/>
                    <a:pt x="5884962" y="1079983"/>
                  </a:cubicBezTo>
                  <a:close/>
                </a:path>
              </a:pathLst>
            </a:custGeom>
            <a:solidFill>
              <a:srgbClr val="C9E265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434026" y="4845685"/>
            <a:ext cx="681551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Shouting is banned in our classroom.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09411" y="1028700"/>
            <a:ext cx="2394065" cy="8229600"/>
          </a:xfrm>
          <a:custGeom>
            <a:avLst/>
            <a:gdLst/>
            <a:ahLst/>
            <a:cxnLst/>
            <a:rect r="r" b="b" t="t" l="l"/>
            <a:pathLst>
              <a:path h="8229600" w="2394065">
                <a:moveTo>
                  <a:pt x="0" y="0"/>
                </a:moveTo>
                <a:lnTo>
                  <a:pt x="2394065" y="0"/>
                </a:lnTo>
                <a:lnTo>
                  <a:pt x="23940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93566" y="2222435"/>
            <a:ext cx="7540773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true">
                <a:solidFill>
                  <a:srgbClr val="EC484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Use the chat box properly.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3566" y="6602160"/>
            <a:ext cx="7391659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800" b="true">
                <a:solidFill>
                  <a:srgbClr val="EC4845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Please don't share pictures, comments, or links not related to the discussion.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593566" y="4645660"/>
            <a:ext cx="7997973" cy="1524000"/>
            <a:chOff x="0" y="0"/>
            <a:chExt cx="6502355" cy="12390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02355" cy="1239013"/>
            </a:xfrm>
            <a:custGeom>
              <a:avLst/>
              <a:gdLst/>
              <a:ahLst/>
              <a:cxnLst/>
              <a:rect r="r" b="b" t="t" l="l"/>
              <a:pathLst>
                <a:path h="1239013" w="6502355">
                  <a:moveTo>
                    <a:pt x="6377895" y="1239013"/>
                  </a:moveTo>
                  <a:lnTo>
                    <a:pt x="124460" y="1239013"/>
                  </a:lnTo>
                  <a:cubicBezTo>
                    <a:pt x="55880" y="1239013"/>
                    <a:pt x="0" y="1183133"/>
                    <a:pt x="0" y="111455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377895" y="0"/>
                  </a:lnTo>
                  <a:cubicBezTo>
                    <a:pt x="6446475" y="0"/>
                    <a:pt x="6502355" y="55880"/>
                    <a:pt x="6502355" y="124460"/>
                  </a:cubicBezTo>
                  <a:lnTo>
                    <a:pt x="6502355" y="1114553"/>
                  </a:lnTo>
                  <a:cubicBezTo>
                    <a:pt x="6502355" y="1183133"/>
                    <a:pt x="6446475" y="1239013"/>
                    <a:pt x="6377895" y="1239013"/>
                  </a:cubicBezTo>
                  <a:close/>
                </a:path>
              </a:pathLst>
            </a:custGeom>
            <a:solidFill>
              <a:srgbClr val="C9E265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877744" y="4845685"/>
            <a:ext cx="7256594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Only talk about class-related topics in the chat box.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85475" y="1028700"/>
            <a:ext cx="5805609" cy="8229600"/>
          </a:xfrm>
          <a:custGeom>
            <a:avLst/>
            <a:gdLst/>
            <a:ahLst/>
            <a:cxnLst/>
            <a:rect r="r" b="b" t="t" l="l"/>
            <a:pathLst>
              <a:path h="8229600" w="5805609">
                <a:moveTo>
                  <a:pt x="0" y="0"/>
                </a:moveTo>
                <a:lnTo>
                  <a:pt x="5805608" y="0"/>
                </a:lnTo>
                <a:lnTo>
                  <a:pt x="58056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06176" y="2106204"/>
            <a:ext cx="7391659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true">
                <a:solidFill>
                  <a:srgbClr val="29252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Use polite words.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06176" y="6718391"/>
            <a:ext cx="7391659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800" b="true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Use these kind words whenever you ask your teacher or classmates for help.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06176" y="4480560"/>
            <a:ext cx="5024601" cy="1854200"/>
            <a:chOff x="0" y="0"/>
            <a:chExt cx="4085003" cy="15074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85003" cy="1507466"/>
            </a:xfrm>
            <a:custGeom>
              <a:avLst/>
              <a:gdLst/>
              <a:ahLst/>
              <a:cxnLst/>
              <a:rect r="r" b="b" t="t" l="l"/>
              <a:pathLst>
                <a:path h="1507466" w="4085003">
                  <a:moveTo>
                    <a:pt x="3960542" y="1507465"/>
                  </a:moveTo>
                  <a:lnTo>
                    <a:pt x="124460" y="1507465"/>
                  </a:lnTo>
                  <a:cubicBezTo>
                    <a:pt x="55880" y="1507465"/>
                    <a:pt x="0" y="1451585"/>
                    <a:pt x="0" y="138300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60543" y="0"/>
                  </a:lnTo>
                  <a:cubicBezTo>
                    <a:pt x="4029123" y="0"/>
                    <a:pt x="4085003" y="55880"/>
                    <a:pt x="4085003" y="124460"/>
                  </a:cubicBezTo>
                  <a:lnTo>
                    <a:pt x="4085003" y="1383006"/>
                  </a:lnTo>
                  <a:cubicBezTo>
                    <a:pt x="4085003" y="1451585"/>
                    <a:pt x="4029123" y="1507466"/>
                    <a:pt x="3960543" y="1507466"/>
                  </a:cubicBezTo>
                  <a:close/>
                </a:path>
              </a:pathLst>
            </a:custGeom>
            <a:solidFill>
              <a:srgbClr val="C9E265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969291" y="4578985"/>
            <a:ext cx="4498372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92524"/>
                </a:solidFill>
                <a:latin typeface="Fira Code"/>
                <a:ea typeface="Fira Code"/>
                <a:cs typeface="Fira Code"/>
                <a:sym typeface="Fira Code"/>
              </a:rPr>
              <a:t>Don't forget to say please and thank you.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71749" y="904875"/>
            <a:ext cx="1434450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29252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Other Classroom Reminders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955885"/>
            <a:ext cx="4815952" cy="2359065"/>
            <a:chOff x="0" y="0"/>
            <a:chExt cx="1756872" cy="860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1692130" cy="797093"/>
            </a:xfrm>
            <a:custGeom>
              <a:avLst/>
              <a:gdLst/>
              <a:ahLst/>
              <a:cxnLst/>
              <a:rect r="r" b="b" t="t" l="l"/>
              <a:pathLst>
                <a:path h="797093" w="1692130">
                  <a:moveTo>
                    <a:pt x="1600662" y="797093"/>
                  </a:moveTo>
                  <a:lnTo>
                    <a:pt x="92710" y="797093"/>
                  </a:lnTo>
                  <a:cubicBezTo>
                    <a:pt x="41910" y="797093"/>
                    <a:pt x="0" y="755183"/>
                    <a:pt x="0" y="70438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9392" y="0"/>
                  </a:lnTo>
                  <a:cubicBezTo>
                    <a:pt x="1650192" y="0"/>
                    <a:pt x="1692102" y="41910"/>
                    <a:pt x="1692102" y="92710"/>
                  </a:cubicBezTo>
                  <a:lnTo>
                    <a:pt x="1692102" y="703113"/>
                  </a:lnTo>
                  <a:cubicBezTo>
                    <a:pt x="1693372" y="755183"/>
                    <a:pt x="1651462" y="797093"/>
                    <a:pt x="1600662" y="797093"/>
                  </a:cubicBezTo>
                  <a:close/>
                </a:path>
              </a:pathLst>
            </a:custGeom>
            <a:solidFill>
              <a:srgbClr val="C9E265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56872" cy="860593"/>
            </a:xfrm>
            <a:custGeom>
              <a:avLst/>
              <a:gdLst/>
              <a:ahLst/>
              <a:cxnLst/>
              <a:rect r="r" b="b" t="t" l="l"/>
              <a:pathLst>
                <a:path h="860593" w="1756872">
                  <a:moveTo>
                    <a:pt x="1632412" y="59690"/>
                  </a:moveTo>
                  <a:cubicBezTo>
                    <a:pt x="1667972" y="59690"/>
                    <a:pt x="1697182" y="88900"/>
                    <a:pt x="1697182" y="124460"/>
                  </a:cubicBezTo>
                  <a:lnTo>
                    <a:pt x="1697182" y="736133"/>
                  </a:lnTo>
                  <a:cubicBezTo>
                    <a:pt x="1697182" y="771693"/>
                    <a:pt x="1667972" y="800903"/>
                    <a:pt x="1632412" y="800903"/>
                  </a:cubicBezTo>
                  <a:lnTo>
                    <a:pt x="124460" y="800903"/>
                  </a:lnTo>
                  <a:cubicBezTo>
                    <a:pt x="88900" y="800903"/>
                    <a:pt x="59690" y="771693"/>
                    <a:pt x="59690" y="73613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32412" y="59690"/>
                  </a:lnTo>
                  <a:moveTo>
                    <a:pt x="163241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36133"/>
                  </a:lnTo>
                  <a:cubicBezTo>
                    <a:pt x="0" y="804713"/>
                    <a:pt x="55880" y="860593"/>
                    <a:pt x="124460" y="860593"/>
                  </a:cubicBezTo>
                  <a:lnTo>
                    <a:pt x="1632412" y="860593"/>
                  </a:lnTo>
                  <a:cubicBezTo>
                    <a:pt x="1700992" y="860593"/>
                    <a:pt x="1756872" y="804713"/>
                    <a:pt x="1756872" y="736133"/>
                  </a:cubicBezTo>
                  <a:lnTo>
                    <a:pt x="1756872" y="124460"/>
                  </a:lnTo>
                  <a:cubicBezTo>
                    <a:pt x="1756872" y="55880"/>
                    <a:pt x="1700992" y="0"/>
                    <a:pt x="1632412" y="0"/>
                  </a:cubicBezTo>
                  <a:close/>
                </a:path>
              </a:pathLst>
            </a:custGeom>
            <a:solidFill>
              <a:srgbClr val="EC484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6003885"/>
            <a:ext cx="4815952" cy="2359065"/>
            <a:chOff x="0" y="0"/>
            <a:chExt cx="1756872" cy="8605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1750" y="31750"/>
              <a:ext cx="1692130" cy="797093"/>
            </a:xfrm>
            <a:custGeom>
              <a:avLst/>
              <a:gdLst/>
              <a:ahLst/>
              <a:cxnLst/>
              <a:rect r="r" b="b" t="t" l="l"/>
              <a:pathLst>
                <a:path h="797093" w="1692130">
                  <a:moveTo>
                    <a:pt x="1600662" y="797093"/>
                  </a:moveTo>
                  <a:lnTo>
                    <a:pt x="92710" y="797093"/>
                  </a:lnTo>
                  <a:cubicBezTo>
                    <a:pt x="41910" y="797093"/>
                    <a:pt x="0" y="755183"/>
                    <a:pt x="0" y="70438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9392" y="0"/>
                  </a:lnTo>
                  <a:cubicBezTo>
                    <a:pt x="1650192" y="0"/>
                    <a:pt x="1692102" y="41910"/>
                    <a:pt x="1692102" y="92710"/>
                  </a:cubicBezTo>
                  <a:lnTo>
                    <a:pt x="1692102" y="703113"/>
                  </a:lnTo>
                  <a:cubicBezTo>
                    <a:pt x="1693372" y="755183"/>
                    <a:pt x="1651462" y="797093"/>
                    <a:pt x="1600662" y="797093"/>
                  </a:cubicBezTo>
                  <a:close/>
                </a:path>
              </a:pathLst>
            </a:custGeom>
            <a:solidFill>
              <a:srgbClr val="C9E26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6872" cy="860593"/>
            </a:xfrm>
            <a:custGeom>
              <a:avLst/>
              <a:gdLst/>
              <a:ahLst/>
              <a:cxnLst/>
              <a:rect r="r" b="b" t="t" l="l"/>
              <a:pathLst>
                <a:path h="860593" w="1756872">
                  <a:moveTo>
                    <a:pt x="1632412" y="59690"/>
                  </a:moveTo>
                  <a:cubicBezTo>
                    <a:pt x="1667972" y="59690"/>
                    <a:pt x="1697182" y="88900"/>
                    <a:pt x="1697182" y="124460"/>
                  </a:cubicBezTo>
                  <a:lnTo>
                    <a:pt x="1697182" y="736133"/>
                  </a:lnTo>
                  <a:cubicBezTo>
                    <a:pt x="1697182" y="771693"/>
                    <a:pt x="1667972" y="800903"/>
                    <a:pt x="1632412" y="800903"/>
                  </a:cubicBezTo>
                  <a:lnTo>
                    <a:pt x="124460" y="800903"/>
                  </a:lnTo>
                  <a:cubicBezTo>
                    <a:pt x="88900" y="800903"/>
                    <a:pt x="59690" y="771693"/>
                    <a:pt x="59690" y="73613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32412" y="59690"/>
                  </a:lnTo>
                  <a:moveTo>
                    <a:pt x="163241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36133"/>
                  </a:lnTo>
                  <a:cubicBezTo>
                    <a:pt x="0" y="804713"/>
                    <a:pt x="55880" y="860593"/>
                    <a:pt x="124460" y="860593"/>
                  </a:cubicBezTo>
                  <a:lnTo>
                    <a:pt x="1632412" y="860593"/>
                  </a:lnTo>
                  <a:cubicBezTo>
                    <a:pt x="1700992" y="860593"/>
                    <a:pt x="1756872" y="804713"/>
                    <a:pt x="1756872" y="736133"/>
                  </a:cubicBezTo>
                  <a:lnTo>
                    <a:pt x="1756872" y="124460"/>
                  </a:lnTo>
                  <a:cubicBezTo>
                    <a:pt x="1756872" y="55880"/>
                    <a:pt x="1700992" y="0"/>
                    <a:pt x="1632412" y="0"/>
                  </a:cubicBezTo>
                  <a:close/>
                </a:path>
              </a:pathLst>
            </a:custGeom>
            <a:solidFill>
              <a:srgbClr val="EC4845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22646" y="3542416"/>
            <a:ext cx="362806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Be focused.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2646" y="4024204"/>
            <a:ext cx="362806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292524"/>
                </a:solidFill>
                <a:latin typeface="Fira Code"/>
                <a:ea typeface="Fira Code"/>
                <a:cs typeface="Fira Code"/>
                <a:sym typeface="Fira Code"/>
              </a:rPr>
              <a:t>Put away toys, gadgets, and other distractions.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2646" y="6216083"/>
            <a:ext cx="362806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Check grammar and spelling.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2646" y="7113162"/>
            <a:ext cx="3628060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292524"/>
                </a:solidFill>
                <a:latin typeface="Fira Code"/>
                <a:ea typeface="Fira Code"/>
                <a:cs typeface="Fira Code"/>
                <a:sym typeface="Fira Code"/>
              </a:rPr>
              <a:t>Be formal and don't use text shortcuts in chat boxes.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727461" y="6003885"/>
            <a:ext cx="4815952" cy="2359065"/>
            <a:chOff x="0" y="0"/>
            <a:chExt cx="1756872" cy="8605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1750" y="31750"/>
              <a:ext cx="1692130" cy="797093"/>
            </a:xfrm>
            <a:custGeom>
              <a:avLst/>
              <a:gdLst/>
              <a:ahLst/>
              <a:cxnLst/>
              <a:rect r="r" b="b" t="t" l="l"/>
              <a:pathLst>
                <a:path h="797093" w="1692130">
                  <a:moveTo>
                    <a:pt x="1600662" y="797093"/>
                  </a:moveTo>
                  <a:lnTo>
                    <a:pt x="92710" y="797093"/>
                  </a:lnTo>
                  <a:cubicBezTo>
                    <a:pt x="41910" y="797093"/>
                    <a:pt x="0" y="755183"/>
                    <a:pt x="0" y="70438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9392" y="0"/>
                  </a:lnTo>
                  <a:cubicBezTo>
                    <a:pt x="1650192" y="0"/>
                    <a:pt x="1692102" y="41910"/>
                    <a:pt x="1692102" y="92710"/>
                  </a:cubicBezTo>
                  <a:lnTo>
                    <a:pt x="1692102" y="703113"/>
                  </a:lnTo>
                  <a:cubicBezTo>
                    <a:pt x="1693372" y="755183"/>
                    <a:pt x="1651462" y="797093"/>
                    <a:pt x="1600662" y="797093"/>
                  </a:cubicBezTo>
                  <a:close/>
                </a:path>
              </a:pathLst>
            </a:custGeom>
            <a:solidFill>
              <a:srgbClr val="C9E26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56872" cy="860593"/>
            </a:xfrm>
            <a:custGeom>
              <a:avLst/>
              <a:gdLst/>
              <a:ahLst/>
              <a:cxnLst/>
              <a:rect r="r" b="b" t="t" l="l"/>
              <a:pathLst>
                <a:path h="860593" w="1756872">
                  <a:moveTo>
                    <a:pt x="1632412" y="59690"/>
                  </a:moveTo>
                  <a:cubicBezTo>
                    <a:pt x="1667972" y="59690"/>
                    <a:pt x="1697182" y="88900"/>
                    <a:pt x="1697182" y="124460"/>
                  </a:cubicBezTo>
                  <a:lnTo>
                    <a:pt x="1697182" y="736133"/>
                  </a:lnTo>
                  <a:cubicBezTo>
                    <a:pt x="1697182" y="771693"/>
                    <a:pt x="1667972" y="800903"/>
                    <a:pt x="1632412" y="800903"/>
                  </a:cubicBezTo>
                  <a:lnTo>
                    <a:pt x="124460" y="800903"/>
                  </a:lnTo>
                  <a:cubicBezTo>
                    <a:pt x="88900" y="800903"/>
                    <a:pt x="59690" y="771693"/>
                    <a:pt x="59690" y="73613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32412" y="59690"/>
                  </a:lnTo>
                  <a:moveTo>
                    <a:pt x="163241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36133"/>
                  </a:lnTo>
                  <a:cubicBezTo>
                    <a:pt x="0" y="804713"/>
                    <a:pt x="55880" y="860593"/>
                    <a:pt x="124460" y="860593"/>
                  </a:cubicBezTo>
                  <a:lnTo>
                    <a:pt x="1632412" y="860593"/>
                  </a:lnTo>
                  <a:cubicBezTo>
                    <a:pt x="1700992" y="860593"/>
                    <a:pt x="1756872" y="804713"/>
                    <a:pt x="1756872" y="736133"/>
                  </a:cubicBezTo>
                  <a:lnTo>
                    <a:pt x="1756872" y="124460"/>
                  </a:lnTo>
                  <a:cubicBezTo>
                    <a:pt x="1756872" y="55880"/>
                    <a:pt x="1700992" y="0"/>
                    <a:pt x="1632412" y="0"/>
                  </a:cubicBezTo>
                  <a:close/>
                </a:path>
              </a:pathLst>
            </a:custGeom>
            <a:solidFill>
              <a:srgbClr val="EC484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744587" y="2955885"/>
            <a:ext cx="4815952" cy="2359065"/>
            <a:chOff x="0" y="0"/>
            <a:chExt cx="1756872" cy="8605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1750" y="31750"/>
              <a:ext cx="1692130" cy="797093"/>
            </a:xfrm>
            <a:custGeom>
              <a:avLst/>
              <a:gdLst/>
              <a:ahLst/>
              <a:cxnLst/>
              <a:rect r="r" b="b" t="t" l="l"/>
              <a:pathLst>
                <a:path h="797093" w="1692130">
                  <a:moveTo>
                    <a:pt x="1600662" y="797093"/>
                  </a:moveTo>
                  <a:lnTo>
                    <a:pt x="92710" y="797093"/>
                  </a:lnTo>
                  <a:cubicBezTo>
                    <a:pt x="41910" y="797093"/>
                    <a:pt x="0" y="755183"/>
                    <a:pt x="0" y="70438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9392" y="0"/>
                  </a:lnTo>
                  <a:cubicBezTo>
                    <a:pt x="1650192" y="0"/>
                    <a:pt x="1692102" y="41910"/>
                    <a:pt x="1692102" y="92710"/>
                  </a:cubicBezTo>
                  <a:lnTo>
                    <a:pt x="1692102" y="703113"/>
                  </a:lnTo>
                  <a:cubicBezTo>
                    <a:pt x="1693372" y="755183"/>
                    <a:pt x="1651462" y="797093"/>
                    <a:pt x="1600662" y="797093"/>
                  </a:cubicBezTo>
                  <a:close/>
                </a:path>
              </a:pathLst>
            </a:custGeom>
            <a:solidFill>
              <a:srgbClr val="C9E265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56872" cy="860593"/>
            </a:xfrm>
            <a:custGeom>
              <a:avLst/>
              <a:gdLst/>
              <a:ahLst/>
              <a:cxnLst/>
              <a:rect r="r" b="b" t="t" l="l"/>
              <a:pathLst>
                <a:path h="860593" w="1756872">
                  <a:moveTo>
                    <a:pt x="1632412" y="59690"/>
                  </a:moveTo>
                  <a:cubicBezTo>
                    <a:pt x="1667972" y="59690"/>
                    <a:pt x="1697182" y="88900"/>
                    <a:pt x="1697182" y="124460"/>
                  </a:cubicBezTo>
                  <a:lnTo>
                    <a:pt x="1697182" y="736133"/>
                  </a:lnTo>
                  <a:cubicBezTo>
                    <a:pt x="1697182" y="771693"/>
                    <a:pt x="1667972" y="800903"/>
                    <a:pt x="1632412" y="800903"/>
                  </a:cubicBezTo>
                  <a:lnTo>
                    <a:pt x="124460" y="800903"/>
                  </a:lnTo>
                  <a:cubicBezTo>
                    <a:pt x="88900" y="800903"/>
                    <a:pt x="59690" y="771693"/>
                    <a:pt x="59690" y="73613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32412" y="59690"/>
                  </a:lnTo>
                  <a:moveTo>
                    <a:pt x="163241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36133"/>
                  </a:lnTo>
                  <a:cubicBezTo>
                    <a:pt x="0" y="804713"/>
                    <a:pt x="55880" y="860593"/>
                    <a:pt x="124460" y="860593"/>
                  </a:cubicBezTo>
                  <a:lnTo>
                    <a:pt x="1632412" y="860593"/>
                  </a:lnTo>
                  <a:cubicBezTo>
                    <a:pt x="1700992" y="860593"/>
                    <a:pt x="1756872" y="804713"/>
                    <a:pt x="1756872" y="736133"/>
                  </a:cubicBezTo>
                  <a:lnTo>
                    <a:pt x="1756872" y="124460"/>
                  </a:lnTo>
                  <a:cubicBezTo>
                    <a:pt x="1756872" y="55880"/>
                    <a:pt x="1700992" y="0"/>
                    <a:pt x="1632412" y="0"/>
                  </a:cubicBezTo>
                  <a:close/>
                </a:path>
              </a:pathLst>
            </a:custGeom>
            <a:solidFill>
              <a:srgbClr val="EC4845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338533" y="3335640"/>
            <a:ext cx="362806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Respect others' ideas.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38533" y="4230980"/>
            <a:ext cx="362806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292524"/>
                </a:solidFill>
                <a:latin typeface="Fira Code"/>
                <a:ea typeface="Fira Code"/>
                <a:cs typeface="Fira Code"/>
                <a:sym typeface="Fira Code"/>
              </a:rPr>
              <a:t>Listen to what your classmates have to say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21407" y="6423728"/>
            <a:ext cx="362806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Be prepared.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21407" y="6905517"/>
            <a:ext cx="3628060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292524"/>
                </a:solidFill>
                <a:latin typeface="Fira Code"/>
                <a:ea typeface="Fira Code"/>
                <a:cs typeface="Fira Code"/>
                <a:sym typeface="Fira Code"/>
              </a:rPr>
              <a:t>Gather pens, pencils, notebooks, and other materials before class.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443348" y="6003885"/>
            <a:ext cx="4815952" cy="2359065"/>
            <a:chOff x="0" y="0"/>
            <a:chExt cx="1756872" cy="86059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31750" y="31750"/>
              <a:ext cx="1692130" cy="797093"/>
            </a:xfrm>
            <a:custGeom>
              <a:avLst/>
              <a:gdLst/>
              <a:ahLst/>
              <a:cxnLst/>
              <a:rect r="r" b="b" t="t" l="l"/>
              <a:pathLst>
                <a:path h="797093" w="1692130">
                  <a:moveTo>
                    <a:pt x="1600662" y="797093"/>
                  </a:moveTo>
                  <a:lnTo>
                    <a:pt x="92710" y="797093"/>
                  </a:lnTo>
                  <a:cubicBezTo>
                    <a:pt x="41910" y="797093"/>
                    <a:pt x="0" y="755183"/>
                    <a:pt x="0" y="70438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9392" y="0"/>
                  </a:lnTo>
                  <a:cubicBezTo>
                    <a:pt x="1650192" y="0"/>
                    <a:pt x="1692102" y="41910"/>
                    <a:pt x="1692102" y="92710"/>
                  </a:cubicBezTo>
                  <a:lnTo>
                    <a:pt x="1692102" y="703113"/>
                  </a:lnTo>
                  <a:cubicBezTo>
                    <a:pt x="1693372" y="755183"/>
                    <a:pt x="1651462" y="797093"/>
                    <a:pt x="1600662" y="797093"/>
                  </a:cubicBezTo>
                  <a:close/>
                </a:path>
              </a:pathLst>
            </a:custGeom>
            <a:solidFill>
              <a:srgbClr val="C9E265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56872" cy="860593"/>
            </a:xfrm>
            <a:custGeom>
              <a:avLst/>
              <a:gdLst/>
              <a:ahLst/>
              <a:cxnLst/>
              <a:rect r="r" b="b" t="t" l="l"/>
              <a:pathLst>
                <a:path h="860593" w="1756872">
                  <a:moveTo>
                    <a:pt x="1632412" y="59690"/>
                  </a:moveTo>
                  <a:cubicBezTo>
                    <a:pt x="1667972" y="59690"/>
                    <a:pt x="1697182" y="88900"/>
                    <a:pt x="1697182" y="124460"/>
                  </a:cubicBezTo>
                  <a:lnTo>
                    <a:pt x="1697182" y="736133"/>
                  </a:lnTo>
                  <a:cubicBezTo>
                    <a:pt x="1697182" y="771693"/>
                    <a:pt x="1667972" y="800903"/>
                    <a:pt x="1632412" y="800903"/>
                  </a:cubicBezTo>
                  <a:lnTo>
                    <a:pt x="124460" y="800903"/>
                  </a:lnTo>
                  <a:cubicBezTo>
                    <a:pt x="88900" y="800903"/>
                    <a:pt x="59690" y="771693"/>
                    <a:pt x="59690" y="73613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32412" y="59690"/>
                  </a:lnTo>
                  <a:moveTo>
                    <a:pt x="163241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36133"/>
                  </a:lnTo>
                  <a:cubicBezTo>
                    <a:pt x="0" y="804713"/>
                    <a:pt x="55880" y="860593"/>
                    <a:pt x="124460" y="860593"/>
                  </a:cubicBezTo>
                  <a:lnTo>
                    <a:pt x="1632412" y="860593"/>
                  </a:lnTo>
                  <a:cubicBezTo>
                    <a:pt x="1700992" y="860593"/>
                    <a:pt x="1756872" y="804713"/>
                    <a:pt x="1756872" y="736133"/>
                  </a:cubicBezTo>
                  <a:lnTo>
                    <a:pt x="1756872" y="124460"/>
                  </a:lnTo>
                  <a:cubicBezTo>
                    <a:pt x="1756872" y="55880"/>
                    <a:pt x="1700992" y="0"/>
                    <a:pt x="1632412" y="0"/>
                  </a:cubicBezTo>
                  <a:close/>
                </a:path>
              </a:pathLst>
            </a:custGeom>
            <a:solidFill>
              <a:srgbClr val="EC484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443348" y="2955885"/>
            <a:ext cx="4815952" cy="2359065"/>
            <a:chOff x="0" y="0"/>
            <a:chExt cx="1756872" cy="86059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31750" y="31750"/>
              <a:ext cx="1692130" cy="797093"/>
            </a:xfrm>
            <a:custGeom>
              <a:avLst/>
              <a:gdLst/>
              <a:ahLst/>
              <a:cxnLst/>
              <a:rect r="r" b="b" t="t" l="l"/>
              <a:pathLst>
                <a:path h="797093" w="1692130">
                  <a:moveTo>
                    <a:pt x="1600662" y="797093"/>
                  </a:moveTo>
                  <a:lnTo>
                    <a:pt x="92710" y="797093"/>
                  </a:lnTo>
                  <a:cubicBezTo>
                    <a:pt x="41910" y="797093"/>
                    <a:pt x="0" y="755183"/>
                    <a:pt x="0" y="70438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9392" y="0"/>
                  </a:lnTo>
                  <a:cubicBezTo>
                    <a:pt x="1650192" y="0"/>
                    <a:pt x="1692102" y="41910"/>
                    <a:pt x="1692102" y="92710"/>
                  </a:cubicBezTo>
                  <a:lnTo>
                    <a:pt x="1692102" y="703113"/>
                  </a:lnTo>
                  <a:cubicBezTo>
                    <a:pt x="1693372" y="755183"/>
                    <a:pt x="1651462" y="797093"/>
                    <a:pt x="1600662" y="797093"/>
                  </a:cubicBezTo>
                  <a:close/>
                </a:path>
              </a:pathLst>
            </a:custGeom>
            <a:solidFill>
              <a:srgbClr val="C9E265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56872" cy="860593"/>
            </a:xfrm>
            <a:custGeom>
              <a:avLst/>
              <a:gdLst/>
              <a:ahLst/>
              <a:cxnLst/>
              <a:rect r="r" b="b" t="t" l="l"/>
              <a:pathLst>
                <a:path h="860593" w="1756872">
                  <a:moveTo>
                    <a:pt x="1632412" y="59690"/>
                  </a:moveTo>
                  <a:cubicBezTo>
                    <a:pt x="1667972" y="59690"/>
                    <a:pt x="1697182" y="88900"/>
                    <a:pt x="1697182" y="124460"/>
                  </a:cubicBezTo>
                  <a:lnTo>
                    <a:pt x="1697182" y="736133"/>
                  </a:lnTo>
                  <a:cubicBezTo>
                    <a:pt x="1697182" y="771693"/>
                    <a:pt x="1667972" y="800903"/>
                    <a:pt x="1632412" y="800903"/>
                  </a:cubicBezTo>
                  <a:lnTo>
                    <a:pt x="124460" y="800903"/>
                  </a:lnTo>
                  <a:cubicBezTo>
                    <a:pt x="88900" y="800903"/>
                    <a:pt x="59690" y="771693"/>
                    <a:pt x="59690" y="73613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32412" y="59690"/>
                  </a:lnTo>
                  <a:moveTo>
                    <a:pt x="163241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36133"/>
                  </a:lnTo>
                  <a:cubicBezTo>
                    <a:pt x="0" y="804713"/>
                    <a:pt x="55880" y="860593"/>
                    <a:pt x="124460" y="860593"/>
                  </a:cubicBezTo>
                  <a:lnTo>
                    <a:pt x="1632412" y="860593"/>
                  </a:lnTo>
                  <a:cubicBezTo>
                    <a:pt x="1700992" y="860593"/>
                    <a:pt x="1756872" y="804713"/>
                    <a:pt x="1756872" y="736133"/>
                  </a:cubicBezTo>
                  <a:lnTo>
                    <a:pt x="1756872" y="124460"/>
                  </a:lnTo>
                  <a:cubicBezTo>
                    <a:pt x="1756872" y="55880"/>
                    <a:pt x="1700992" y="0"/>
                    <a:pt x="1632412" y="0"/>
                  </a:cubicBezTo>
                  <a:close/>
                </a:path>
              </a:pathLst>
            </a:custGeom>
            <a:solidFill>
              <a:srgbClr val="EC4845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3037294" y="3542416"/>
            <a:ext cx="362806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Ask questions.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037294" y="4024204"/>
            <a:ext cx="362806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292524"/>
                </a:solidFill>
                <a:latin typeface="Fira Code"/>
                <a:ea typeface="Fira Code"/>
                <a:cs typeface="Fira Code"/>
                <a:sym typeface="Fira Code"/>
              </a:rPr>
              <a:t>Use the raise-hand button if you have a question.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037294" y="6590416"/>
            <a:ext cx="362806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Have fun!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037294" y="7072204"/>
            <a:ext cx="362806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292524"/>
                </a:solidFill>
                <a:latin typeface="Fira Code"/>
                <a:ea typeface="Fira Code"/>
                <a:cs typeface="Fira Code"/>
                <a:sym typeface="Fira Code"/>
              </a:rPr>
              <a:t>Don't be afraid to make mistakes.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80220" y="514350"/>
            <a:ext cx="5186980" cy="3998690"/>
          </a:xfrm>
          <a:custGeom>
            <a:avLst/>
            <a:gdLst/>
            <a:ahLst/>
            <a:cxnLst/>
            <a:rect r="r" b="b" t="t" l="l"/>
            <a:pathLst>
              <a:path h="3998690" w="5186980">
                <a:moveTo>
                  <a:pt x="0" y="0"/>
                </a:moveTo>
                <a:lnTo>
                  <a:pt x="5186980" y="0"/>
                </a:lnTo>
                <a:lnTo>
                  <a:pt x="5186980" y="3998690"/>
                </a:lnTo>
                <a:lnTo>
                  <a:pt x="0" y="39986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62125" y="3368817"/>
            <a:ext cx="7515582" cy="5889483"/>
          </a:xfrm>
          <a:custGeom>
            <a:avLst/>
            <a:gdLst/>
            <a:ahLst/>
            <a:cxnLst/>
            <a:rect r="r" b="b" t="t" l="l"/>
            <a:pathLst>
              <a:path h="5889483" w="7515582">
                <a:moveTo>
                  <a:pt x="0" y="0"/>
                </a:moveTo>
                <a:lnTo>
                  <a:pt x="7515582" y="0"/>
                </a:lnTo>
                <a:lnTo>
                  <a:pt x="7515582" y="5889483"/>
                </a:lnTo>
                <a:lnTo>
                  <a:pt x="0" y="5889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780220" y="5386215"/>
            <a:ext cx="3607540" cy="553141"/>
            <a:chOff x="0" y="0"/>
            <a:chExt cx="4284352" cy="660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4352" cy="660400"/>
            </a:xfrm>
            <a:custGeom>
              <a:avLst/>
              <a:gdLst/>
              <a:ahLst/>
              <a:cxnLst/>
              <a:rect r="r" b="b" t="t" l="l"/>
              <a:pathLst>
                <a:path h="660400" w="4284352">
                  <a:moveTo>
                    <a:pt x="4159892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159892" y="0"/>
                  </a:lnTo>
                  <a:cubicBezTo>
                    <a:pt x="4228472" y="0"/>
                    <a:pt x="4284352" y="55880"/>
                    <a:pt x="4284352" y="124460"/>
                  </a:cubicBezTo>
                  <a:lnTo>
                    <a:pt x="4284352" y="535940"/>
                  </a:lnTo>
                  <a:cubicBezTo>
                    <a:pt x="4284352" y="604520"/>
                    <a:pt x="4228472" y="660400"/>
                    <a:pt x="4159892" y="66040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780220" y="6769189"/>
            <a:ext cx="3607540" cy="553141"/>
            <a:chOff x="0" y="0"/>
            <a:chExt cx="4284352" cy="66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4352" cy="660400"/>
            </a:xfrm>
            <a:custGeom>
              <a:avLst/>
              <a:gdLst/>
              <a:ahLst/>
              <a:cxnLst/>
              <a:rect r="r" b="b" t="t" l="l"/>
              <a:pathLst>
                <a:path h="660400" w="4284352">
                  <a:moveTo>
                    <a:pt x="4159892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159892" y="0"/>
                  </a:lnTo>
                  <a:cubicBezTo>
                    <a:pt x="4228472" y="0"/>
                    <a:pt x="4284352" y="55880"/>
                    <a:pt x="4284352" y="124460"/>
                  </a:cubicBezTo>
                  <a:lnTo>
                    <a:pt x="4284352" y="535940"/>
                  </a:lnTo>
                  <a:cubicBezTo>
                    <a:pt x="4284352" y="604520"/>
                    <a:pt x="4228472" y="660400"/>
                    <a:pt x="4159892" y="66040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80220" y="8152162"/>
            <a:ext cx="3607540" cy="553141"/>
            <a:chOff x="0" y="0"/>
            <a:chExt cx="4284352" cy="660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84352" cy="660400"/>
            </a:xfrm>
            <a:custGeom>
              <a:avLst/>
              <a:gdLst/>
              <a:ahLst/>
              <a:cxnLst/>
              <a:rect r="r" b="b" t="t" l="l"/>
              <a:pathLst>
                <a:path h="660400" w="4284352">
                  <a:moveTo>
                    <a:pt x="4159892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159892" y="0"/>
                  </a:lnTo>
                  <a:cubicBezTo>
                    <a:pt x="4228472" y="0"/>
                    <a:pt x="4284352" y="55880"/>
                    <a:pt x="4284352" y="124460"/>
                  </a:cubicBezTo>
                  <a:lnTo>
                    <a:pt x="4284352" y="535940"/>
                  </a:lnTo>
                  <a:cubicBezTo>
                    <a:pt x="4284352" y="604520"/>
                    <a:pt x="4228472" y="660400"/>
                    <a:pt x="4159892" y="66040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780220" y="6106815"/>
            <a:ext cx="349532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292524"/>
                </a:solidFill>
                <a:latin typeface="Open Sans"/>
                <a:ea typeface="Open Sans"/>
                <a:cs typeface="Open Sans"/>
                <a:sym typeface="Open Sans"/>
              </a:rPr>
              <a:t>hello@reallygreatsite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33262" y="5482128"/>
            <a:ext cx="334227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189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EMAIL ADDRESS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80220" y="7489789"/>
            <a:ext cx="349532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292524"/>
                </a:solidFill>
                <a:latin typeface="Open Sans"/>
                <a:ea typeface="Open Sans"/>
                <a:cs typeface="Open Sans"/>
                <a:sym typeface="Open Sans"/>
              </a:rPr>
              <a:t>123-456-7890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24795" y="6865102"/>
            <a:ext cx="335074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189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MOBILE NUMBER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80220" y="8872763"/>
            <a:ext cx="349532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292524"/>
                </a:solidFill>
                <a:latin typeface="Open Sans"/>
                <a:ea typeface="Open Sans"/>
                <a:cs typeface="Open Sans"/>
                <a:sym typeface="Open Sans"/>
              </a:rPr>
              <a:t>5 PM to 7 PM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40116" y="8248075"/>
            <a:ext cx="333542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189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CONSULTATION HOURS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62125" y="1038225"/>
            <a:ext cx="9789319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true">
                <a:solidFill>
                  <a:srgbClr val="EC484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Got any questions?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62125" y="2237600"/>
            <a:ext cx="6762185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800" b="true">
                <a:solidFill>
                  <a:srgbClr val="EC4845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You can always reach out to Teacher Cia.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3602" y="1868941"/>
            <a:ext cx="7062774" cy="6549117"/>
          </a:xfrm>
          <a:custGeom>
            <a:avLst/>
            <a:gdLst/>
            <a:ahLst/>
            <a:cxnLst/>
            <a:rect r="r" b="b" t="t" l="l"/>
            <a:pathLst>
              <a:path h="6549117" w="7062774">
                <a:moveTo>
                  <a:pt x="0" y="0"/>
                </a:moveTo>
                <a:lnTo>
                  <a:pt x="7062773" y="0"/>
                </a:lnTo>
                <a:lnTo>
                  <a:pt x="7062773" y="6549118"/>
                </a:lnTo>
                <a:lnTo>
                  <a:pt x="0" y="6549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45425" y="2429400"/>
            <a:ext cx="9278973" cy="5428199"/>
          </a:xfrm>
          <a:custGeom>
            <a:avLst/>
            <a:gdLst/>
            <a:ahLst/>
            <a:cxnLst/>
            <a:rect r="r" b="b" t="t" l="l"/>
            <a:pathLst>
              <a:path h="5428199" w="9278973">
                <a:moveTo>
                  <a:pt x="0" y="0"/>
                </a:moveTo>
                <a:lnTo>
                  <a:pt x="9278973" y="0"/>
                </a:lnTo>
                <a:lnTo>
                  <a:pt x="9278973" y="5428200"/>
                </a:lnTo>
                <a:lnTo>
                  <a:pt x="0" y="5428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784090" y="4065237"/>
            <a:ext cx="780164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true">
                <a:solidFill>
                  <a:srgbClr val="29252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Classroom Rules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84090" y="5254658"/>
            <a:ext cx="7801644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800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Good habits for a great learni</a:t>
            </a:r>
            <a:r>
              <a:rPr lang="en-US" b="true" sz="2800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ng environment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26573" y="990207"/>
            <a:ext cx="5453349" cy="4114800"/>
          </a:xfrm>
          <a:custGeom>
            <a:avLst/>
            <a:gdLst/>
            <a:ahLst/>
            <a:cxnLst/>
            <a:rect r="r" b="b" t="t" l="l"/>
            <a:pathLst>
              <a:path h="4114800" w="5453349">
                <a:moveTo>
                  <a:pt x="0" y="0"/>
                </a:moveTo>
                <a:lnTo>
                  <a:pt x="5453350" y="0"/>
                </a:lnTo>
                <a:lnTo>
                  <a:pt x="54533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10837" y="5181993"/>
            <a:ext cx="6269086" cy="4114800"/>
          </a:xfrm>
          <a:custGeom>
            <a:avLst/>
            <a:gdLst/>
            <a:ahLst/>
            <a:cxnLst/>
            <a:rect r="r" b="b" t="t" l="l"/>
            <a:pathLst>
              <a:path h="4114800" w="6269086">
                <a:moveTo>
                  <a:pt x="0" y="0"/>
                </a:moveTo>
                <a:lnTo>
                  <a:pt x="6269086" y="0"/>
                </a:lnTo>
                <a:lnTo>
                  <a:pt x="62690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03327" y="2358948"/>
            <a:ext cx="8292595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true">
                <a:solidFill>
                  <a:srgbClr val="EC4845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Be conscious of class attendance.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03327" y="4860712"/>
            <a:ext cx="6407319" cy="598597"/>
            <a:chOff x="0" y="0"/>
            <a:chExt cx="7031558" cy="660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31558" cy="660400"/>
            </a:xfrm>
            <a:custGeom>
              <a:avLst/>
              <a:gdLst/>
              <a:ahLst/>
              <a:cxnLst/>
              <a:rect r="r" b="b" t="t" l="l"/>
              <a:pathLst>
                <a:path h="660400" w="7031558">
                  <a:moveTo>
                    <a:pt x="69070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907098" y="0"/>
                  </a:lnTo>
                  <a:cubicBezTo>
                    <a:pt x="6975677" y="0"/>
                    <a:pt x="7031558" y="55880"/>
                    <a:pt x="7031558" y="124460"/>
                  </a:cubicBezTo>
                  <a:lnTo>
                    <a:pt x="7031558" y="535940"/>
                  </a:lnTo>
                  <a:cubicBezTo>
                    <a:pt x="7031558" y="604520"/>
                    <a:pt x="6975677" y="660400"/>
                    <a:pt x="6907098" y="660400"/>
                  </a:cubicBezTo>
                  <a:close/>
                </a:path>
              </a:pathLst>
            </a:custGeom>
            <a:solidFill>
              <a:srgbClr val="EC4845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877171" y="4961572"/>
            <a:ext cx="605963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2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COME TO CLASS AS MUCH AS YOU CAN.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03327" y="5970347"/>
            <a:ext cx="7778245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800" b="true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If you have health, connectivity, or other problems that stop you from attending classes, let the teacher know immediately.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48170" y="1333052"/>
            <a:ext cx="7391659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b="true" sz="6400">
                <a:solidFill>
                  <a:srgbClr val="29252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Feel free to participate!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188507" y="4069298"/>
            <a:ext cx="5910985" cy="951022"/>
            <a:chOff x="0" y="0"/>
            <a:chExt cx="6486868" cy="10436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86868" cy="1043676"/>
            </a:xfrm>
            <a:custGeom>
              <a:avLst/>
              <a:gdLst/>
              <a:ahLst/>
              <a:cxnLst/>
              <a:rect r="r" b="b" t="t" l="l"/>
              <a:pathLst>
                <a:path h="1043676" w="6486868">
                  <a:moveTo>
                    <a:pt x="6362408" y="1043676"/>
                  </a:moveTo>
                  <a:lnTo>
                    <a:pt x="124460" y="1043676"/>
                  </a:lnTo>
                  <a:cubicBezTo>
                    <a:pt x="55880" y="1043676"/>
                    <a:pt x="0" y="987796"/>
                    <a:pt x="0" y="91921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362408" y="0"/>
                  </a:lnTo>
                  <a:cubicBezTo>
                    <a:pt x="6430988" y="0"/>
                    <a:pt x="6486868" y="55880"/>
                    <a:pt x="6486868" y="124460"/>
                  </a:cubicBezTo>
                  <a:lnTo>
                    <a:pt x="6486868" y="919216"/>
                  </a:lnTo>
                  <a:cubicBezTo>
                    <a:pt x="6486868" y="987796"/>
                    <a:pt x="6430988" y="1043676"/>
                    <a:pt x="6362408" y="1043676"/>
                  </a:cubicBezTo>
                  <a:close/>
                </a:path>
              </a:pathLst>
            </a:custGeom>
            <a:solidFill>
              <a:srgbClr val="EC4845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6807632" y="4170159"/>
            <a:ext cx="4672735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 spc="2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DON'T BE AFRAID TO VOICE OUT YOUR IDEAS.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48170" y="5765842"/>
            <a:ext cx="7391659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800">
                <a:solidFill>
                  <a:srgbClr val="292524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When asked, you can express your thoughts and opinions during discussion time. Remember to wait for others to finish speaking first.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985435" y="2660576"/>
            <a:ext cx="4273865" cy="6995910"/>
          </a:xfrm>
          <a:custGeom>
            <a:avLst/>
            <a:gdLst/>
            <a:ahLst/>
            <a:cxnLst/>
            <a:rect r="r" b="b" t="t" l="l"/>
            <a:pathLst>
              <a:path h="6995910" w="4273865">
                <a:moveTo>
                  <a:pt x="0" y="0"/>
                </a:moveTo>
                <a:lnTo>
                  <a:pt x="4273865" y="0"/>
                </a:lnTo>
                <a:lnTo>
                  <a:pt x="4273865" y="6995910"/>
                </a:lnTo>
                <a:lnTo>
                  <a:pt x="0" y="6995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1142" y="3806218"/>
            <a:ext cx="5307028" cy="6544541"/>
          </a:xfrm>
          <a:custGeom>
            <a:avLst/>
            <a:gdLst/>
            <a:ahLst/>
            <a:cxnLst/>
            <a:rect r="r" b="b" t="t" l="l"/>
            <a:pathLst>
              <a:path h="6544541" w="5307028">
                <a:moveTo>
                  <a:pt x="0" y="0"/>
                </a:moveTo>
                <a:lnTo>
                  <a:pt x="5307028" y="0"/>
                </a:lnTo>
                <a:lnTo>
                  <a:pt x="5307028" y="6544541"/>
                </a:lnTo>
                <a:lnTo>
                  <a:pt x="0" y="6544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13402" y="3562350"/>
            <a:ext cx="14861195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0400">
                <a:solidFill>
                  <a:srgbClr val="EC4845"/>
                </a:solidFill>
                <a:latin typeface="Roboto Mono"/>
                <a:ea typeface="Roboto Mono"/>
                <a:cs typeface="Roboto Mono"/>
                <a:sym typeface="Roboto Mono"/>
              </a:rPr>
              <a:t>Thank You</a:t>
            </a:r>
          </a:p>
          <a:p>
            <a:pPr algn="ctr">
              <a:lnSpc>
                <a:spcPts val="12480"/>
              </a:lnSpc>
            </a:pPr>
            <a:r>
              <a:rPr lang="en-US" sz="10400">
                <a:solidFill>
                  <a:srgbClr val="EC4845"/>
                </a:solidFill>
                <a:latin typeface="Roboto Mono"/>
                <a:ea typeface="Roboto Mono"/>
                <a:cs typeface="Roboto Mono"/>
                <a:sym typeface="Roboto Mono"/>
              </a:rPr>
              <a:t>For Listening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977203">
            <a:off x="-1612945" y="8113671"/>
            <a:ext cx="7887868" cy="1979138"/>
          </a:xfrm>
          <a:custGeom>
            <a:avLst/>
            <a:gdLst/>
            <a:ahLst/>
            <a:cxnLst/>
            <a:rect r="r" b="b" t="t" l="l"/>
            <a:pathLst>
              <a:path h="1979138" w="7887868">
                <a:moveTo>
                  <a:pt x="0" y="0"/>
                </a:moveTo>
                <a:lnTo>
                  <a:pt x="7887868" y="0"/>
                </a:lnTo>
                <a:lnTo>
                  <a:pt x="7887868" y="1979138"/>
                </a:lnTo>
                <a:lnTo>
                  <a:pt x="0" y="1979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831897">
            <a:off x="11143082" y="688401"/>
            <a:ext cx="7887868" cy="1979138"/>
          </a:xfrm>
          <a:custGeom>
            <a:avLst/>
            <a:gdLst/>
            <a:ahLst/>
            <a:cxnLst/>
            <a:rect r="r" b="b" t="t" l="l"/>
            <a:pathLst>
              <a:path h="1979138" w="7887868">
                <a:moveTo>
                  <a:pt x="0" y="0"/>
                </a:moveTo>
                <a:lnTo>
                  <a:pt x="7887868" y="0"/>
                </a:lnTo>
                <a:lnTo>
                  <a:pt x="7887868" y="1979138"/>
                </a:lnTo>
                <a:lnTo>
                  <a:pt x="0" y="1979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71617" y="506273"/>
            <a:ext cx="3744766" cy="2972408"/>
          </a:xfrm>
          <a:custGeom>
            <a:avLst/>
            <a:gdLst/>
            <a:ahLst/>
            <a:cxnLst/>
            <a:rect r="r" b="b" t="t" l="l"/>
            <a:pathLst>
              <a:path h="2972408" w="3744766">
                <a:moveTo>
                  <a:pt x="0" y="0"/>
                </a:moveTo>
                <a:lnTo>
                  <a:pt x="3744766" y="0"/>
                </a:lnTo>
                <a:lnTo>
                  <a:pt x="3744766" y="2972408"/>
                </a:lnTo>
                <a:lnTo>
                  <a:pt x="0" y="2972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DAHJ2T1SY3g</dc:identifier>
  <dcterms:modified xsi:type="dcterms:W3CDTF">2011-08-01T06:04:30Z</dcterms:modified>
  <cp:revision>1</cp:revision>
  <dc:title>Colorful and Professional Online Classes Presentation</dc:title>
</cp:coreProperties>
</file>