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Comic Sans" charset="1" panose="03000702030302020204"/>
      <p:regular r:id="rId26"/>
    </p:embeddedFont>
    <p:embeddedFont>
      <p:font typeface="Poppins" charset="1" panose="00000500000000000000"/>
      <p:regular r:id="rId27"/>
    </p:embeddedFont>
    <p:embeddedFont>
      <p:font typeface="Poppins Italics" charset="1" panose="00000500000000000000"/>
      <p:regular r:id="rId28"/>
    </p:embeddedFont>
    <p:embeddedFont>
      <p:font typeface="Poppins Bold" charset="1" panose="0000080000000000000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30.svg" Type="http://schemas.openxmlformats.org/officeDocument/2006/relationships/image"/><Relationship Id="rId4" Target="../media/image31.png" Type="http://schemas.openxmlformats.org/officeDocument/2006/relationships/image"/><Relationship Id="rId5" Target="../media/image32.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30.svg" Type="http://schemas.openxmlformats.org/officeDocument/2006/relationships/image"/><Relationship Id="rId4" Target="../media/image31.png" Type="http://schemas.openxmlformats.org/officeDocument/2006/relationships/image"/><Relationship Id="rId5" Target="../media/image32.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12547245" y="6221034"/>
            <a:ext cx="5263324" cy="5431197"/>
          </a:xfrm>
          <a:custGeom>
            <a:avLst/>
            <a:gdLst/>
            <a:ahLst/>
            <a:cxnLst/>
            <a:rect r="r" b="b" t="t" l="l"/>
            <a:pathLst>
              <a:path h="5431197" w="5263324">
                <a:moveTo>
                  <a:pt x="0" y="0"/>
                </a:moveTo>
                <a:lnTo>
                  <a:pt x="5263324" y="0"/>
                </a:lnTo>
                <a:lnTo>
                  <a:pt x="5263324" y="5431198"/>
                </a:lnTo>
                <a:lnTo>
                  <a:pt x="0" y="54311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28761" y="6221034"/>
            <a:ext cx="4490702" cy="4929913"/>
          </a:xfrm>
          <a:custGeom>
            <a:avLst/>
            <a:gdLst/>
            <a:ahLst/>
            <a:cxnLst/>
            <a:rect r="r" b="b" t="t" l="l"/>
            <a:pathLst>
              <a:path h="4929913" w="4490702">
                <a:moveTo>
                  <a:pt x="0" y="0"/>
                </a:moveTo>
                <a:lnTo>
                  <a:pt x="4490702" y="0"/>
                </a:lnTo>
                <a:lnTo>
                  <a:pt x="4490702" y="4929913"/>
                </a:lnTo>
                <a:lnTo>
                  <a:pt x="0" y="49299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2274430">
            <a:off x="-1176398" y="186983"/>
            <a:ext cx="3540204" cy="8285584"/>
          </a:xfrm>
          <a:custGeom>
            <a:avLst/>
            <a:gdLst/>
            <a:ahLst/>
            <a:cxnLst/>
            <a:rect r="r" b="b" t="t" l="l"/>
            <a:pathLst>
              <a:path h="8285584" w="3540204">
                <a:moveTo>
                  <a:pt x="0" y="0"/>
                </a:moveTo>
                <a:lnTo>
                  <a:pt x="3540205" y="0"/>
                </a:lnTo>
                <a:lnTo>
                  <a:pt x="3540205" y="8285585"/>
                </a:lnTo>
                <a:lnTo>
                  <a:pt x="0" y="82855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2153971">
            <a:off x="15552327" y="266932"/>
            <a:ext cx="3149408" cy="7339723"/>
          </a:xfrm>
          <a:custGeom>
            <a:avLst/>
            <a:gdLst/>
            <a:ahLst/>
            <a:cxnLst/>
            <a:rect r="r" b="b" t="t" l="l"/>
            <a:pathLst>
              <a:path h="7339723" w="3149408">
                <a:moveTo>
                  <a:pt x="3149409" y="0"/>
                </a:moveTo>
                <a:lnTo>
                  <a:pt x="0" y="0"/>
                </a:lnTo>
                <a:lnTo>
                  <a:pt x="0" y="7339723"/>
                </a:lnTo>
                <a:lnTo>
                  <a:pt x="3149409" y="7339723"/>
                </a:lnTo>
                <a:lnTo>
                  <a:pt x="3149409"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2980882">
            <a:off x="13575567" y="3055073"/>
            <a:ext cx="930324" cy="1117201"/>
          </a:xfrm>
          <a:custGeom>
            <a:avLst/>
            <a:gdLst/>
            <a:ahLst/>
            <a:cxnLst/>
            <a:rect r="r" b="b" t="t" l="l"/>
            <a:pathLst>
              <a:path h="1117201" w="930324">
                <a:moveTo>
                  <a:pt x="0" y="0"/>
                </a:moveTo>
                <a:lnTo>
                  <a:pt x="930324" y="0"/>
                </a:lnTo>
                <a:lnTo>
                  <a:pt x="930324" y="1117201"/>
                </a:lnTo>
                <a:lnTo>
                  <a:pt x="0" y="111720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3520384" y="3754869"/>
            <a:ext cx="11247232" cy="2814808"/>
          </a:xfrm>
          <a:prstGeom prst="rect">
            <a:avLst/>
          </a:prstGeom>
        </p:spPr>
        <p:txBody>
          <a:bodyPr anchor="t" rtlCol="false" tIns="0" lIns="0" bIns="0" rIns="0">
            <a:spAutoFit/>
          </a:bodyPr>
          <a:lstStyle/>
          <a:p>
            <a:pPr algn="ctr">
              <a:lnSpc>
                <a:spcPts val="10862"/>
              </a:lnSpc>
            </a:pPr>
            <a:r>
              <a:rPr lang="en-US" sz="10862">
                <a:solidFill>
                  <a:srgbClr val="2E2E2E"/>
                </a:solidFill>
                <a:latin typeface="Comic Sans"/>
                <a:ea typeface="Comic Sans"/>
                <a:cs typeface="Comic Sans"/>
                <a:sym typeface="Comic Sans"/>
              </a:rPr>
              <a:t>Learning for a Better Future</a:t>
            </a:r>
          </a:p>
        </p:txBody>
      </p:sp>
      <p:sp>
        <p:nvSpPr>
          <p:cNvPr name="TextBox 8" id="8"/>
          <p:cNvSpPr txBox="true"/>
          <p:nvPr/>
        </p:nvSpPr>
        <p:spPr>
          <a:xfrm rot="0">
            <a:off x="4347394" y="6790310"/>
            <a:ext cx="9593212" cy="451671"/>
          </a:xfrm>
          <a:prstGeom prst="rect">
            <a:avLst/>
          </a:prstGeom>
        </p:spPr>
        <p:txBody>
          <a:bodyPr anchor="t" rtlCol="false" tIns="0" lIns="0" bIns="0" rIns="0">
            <a:spAutoFit/>
          </a:bodyPr>
          <a:lstStyle/>
          <a:p>
            <a:pPr algn="ctr">
              <a:lnSpc>
                <a:spcPts val="3466"/>
              </a:lnSpc>
            </a:pPr>
            <a:r>
              <a:rPr lang="en-US" sz="2988">
                <a:solidFill>
                  <a:srgbClr val="2E2E2E"/>
                </a:solidFill>
                <a:latin typeface="Poppins"/>
                <a:ea typeface="Poppins"/>
                <a:cs typeface="Poppins"/>
                <a:sym typeface="Poppins"/>
              </a:rPr>
              <a:t>Growing Through Knowledge and Experien</a:t>
            </a:r>
            <a:r>
              <a:rPr lang="en-US" sz="2988">
                <a:solidFill>
                  <a:srgbClr val="2E2E2E"/>
                </a:solidFill>
                <a:latin typeface="Poppins"/>
                <a:ea typeface="Poppins"/>
                <a:cs typeface="Poppins"/>
                <a:sym typeface="Poppins"/>
              </a:rPr>
              <a:t>ce</a:t>
            </a:r>
          </a:p>
        </p:txBody>
      </p:sp>
      <p:sp>
        <p:nvSpPr>
          <p:cNvPr name="TextBox 9" id="9"/>
          <p:cNvSpPr txBox="true"/>
          <p:nvPr/>
        </p:nvSpPr>
        <p:spPr>
          <a:xfrm rot="0">
            <a:off x="6960039" y="8966806"/>
            <a:ext cx="4367922" cy="291494"/>
          </a:xfrm>
          <a:prstGeom prst="rect">
            <a:avLst/>
          </a:prstGeom>
        </p:spPr>
        <p:txBody>
          <a:bodyPr anchor="t" rtlCol="false" tIns="0" lIns="0" bIns="0" rIns="0">
            <a:spAutoFit/>
          </a:bodyPr>
          <a:lstStyle/>
          <a:p>
            <a:pPr algn="ctr">
              <a:lnSpc>
                <a:spcPts val="2308"/>
              </a:lnSpc>
              <a:spcBef>
                <a:spcPct val="0"/>
              </a:spcBef>
            </a:pPr>
            <a:r>
              <a:rPr lang="en-US" sz="1648">
                <a:solidFill>
                  <a:srgbClr val="525252"/>
                </a:solidFill>
                <a:latin typeface="Poppins"/>
                <a:ea typeface="Poppins"/>
                <a:cs typeface="Poppins"/>
                <a:sym typeface="Poppins"/>
              </a:rPr>
              <a:t>Presented By Olivia Wilson</a:t>
            </a:r>
          </a:p>
        </p:txBody>
      </p:sp>
      <p:sp>
        <p:nvSpPr>
          <p:cNvPr name="TextBox 10" id="10"/>
          <p:cNvSpPr txBox="true"/>
          <p:nvPr/>
        </p:nvSpPr>
        <p:spPr>
          <a:xfrm rot="0">
            <a:off x="7566065" y="984963"/>
            <a:ext cx="3155870" cy="291494"/>
          </a:xfrm>
          <a:prstGeom prst="rect">
            <a:avLst/>
          </a:prstGeom>
        </p:spPr>
        <p:txBody>
          <a:bodyPr anchor="t" rtlCol="false" tIns="0" lIns="0" bIns="0" rIns="0">
            <a:spAutoFit/>
          </a:bodyPr>
          <a:lstStyle/>
          <a:p>
            <a:pPr algn="ctr">
              <a:lnSpc>
                <a:spcPts val="2308"/>
              </a:lnSpc>
              <a:spcBef>
                <a:spcPct val="0"/>
              </a:spcBef>
            </a:pPr>
            <a:r>
              <a:rPr lang="en-US" sz="1648">
                <a:solidFill>
                  <a:srgbClr val="525252"/>
                </a:solidFill>
                <a:latin typeface="Poppins"/>
                <a:ea typeface="Poppins"/>
                <a:cs typeface="Poppins"/>
                <a:sym typeface="Poppins"/>
              </a:rPr>
              <a:t>Thynk Unlimited</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10968931" y="1343456"/>
            <a:ext cx="5970615" cy="11855011"/>
          </a:xfrm>
          <a:custGeom>
            <a:avLst/>
            <a:gdLst/>
            <a:ahLst/>
            <a:cxnLst/>
            <a:rect r="r" b="b" t="t" l="l"/>
            <a:pathLst>
              <a:path h="11855011" w="5970615">
                <a:moveTo>
                  <a:pt x="0" y="0"/>
                </a:moveTo>
                <a:lnTo>
                  <a:pt x="5970615" y="0"/>
                </a:lnTo>
                <a:lnTo>
                  <a:pt x="5970615" y="11855012"/>
                </a:lnTo>
                <a:lnTo>
                  <a:pt x="0" y="118550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2944476"/>
            <a:ext cx="7538795" cy="2006431"/>
          </a:xfrm>
          <a:prstGeom prst="rect">
            <a:avLst/>
          </a:prstGeom>
        </p:spPr>
        <p:txBody>
          <a:bodyPr anchor="t" rtlCol="false" tIns="0" lIns="0" bIns="0" rIns="0">
            <a:spAutoFit/>
          </a:bodyPr>
          <a:lstStyle/>
          <a:p>
            <a:pPr algn="l">
              <a:lnSpc>
                <a:spcPts val="7739"/>
              </a:lnSpc>
            </a:pPr>
            <a:r>
              <a:rPr lang="en-US" sz="7739">
                <a:solidFill>
                  <a:srgbClr val="2E2E2E"/>
                </a:solidFill>
                <a:latin typeface="Comic Sans"/>
                <a:ea typeface="Comic Sans"/>
                <a:cs typeface="Comic Sans"/>
                <a:sym typeface="Comic Sans"/>
              </a:rPr>
              <a:t>What Does </a:t>
            </a:r>
            <a:r>
              <a:rPr lang="en-US" sz="7739">
                <a:solidFill>
                  <a:srgbClr val="2E2E2E"/>
                </a:solidFill>
                <a:latin typeface="Comic Sans"/>
                <a:ea typeface="Comic Sans"/>
                <a:cs typeface="Comic Sans"/>
                <a:sym typeface="Comic Sans"/>
              </a:rPr>
              <a:t>Learning Mean?</a:t>
            </a:r>
          </a:p>
        </p:txBody>
      </p:sp>
      <p:sp>
        <p:nvSpPr>
          <p:cNvPr name="TextBox 4" id="4"/>
          <p:cNvSpPr txBox="true"/>
          <p:nvPr/>
        </p:nvSpPr>
        <p:spPr>
          <a:xfrm rot="0">
            <a:off x="1028700" y="5446207"/>
            <a:ext cx="3892559" cy="515384"/>
          </a:xfrm>
          <a:prstGeom prst="rect">
            <a:avLst/>
          </a:prstGeom>
        </p:spPr>
        <p:txBody>
          <a:bodyPr anchor="t" rtlCol="false" tIns="0" lIns="0" bIns="0" rIns="0">
            <a:spAutoFit/>
          </a:bodyPr>
          <a:lstStyle/>
          <a:p>
            <a:pPr algn="l">
              <a:lnSpc>
                <a:spcPts val="2047"/>
              </a:lnSpc>
            </a:pPr>
            <a:r>
              <a:rPr lang="en-US" sz="2047">
                <a:solidFill>
                  <a:srgbClr val="2E2E2E"/>
                </a:solidFill>
                <a:latin typeface="Comic Sans"/>
                <a:ea typeface="Comic Sans"/>
                <a:cs typeface="Comic Sans"/>
                <a:sym typeface="Comic Sans"/>
              </a:rPr>
              <a:t>Learning is the process of g</a:t>
            </a:r>
            <a:r>
              <a:rPr lang="en-US" sz="2047">
                <a:solidFill>
                  <a:srgbClr val="2E2E2E"/>
                </a:solidFill>
                <a:latin typeface="Comic Sans"/>
                <a:ea typeface="Comic Sans"/>
                <a:cs typeface="Comic Sans"/>
                <a:sym typeface="Comic Sans"/>
              </a:rPr>
              <a:t>aining knowledge and skills</a:t>
            </a:r>
          </a:p>
        </p:txBody>
      </p:sp>
      <p:sp>
        <p:nvSpPr>
          <p:cNvPr name="TextBox 5" id="5"/>
          <p:cNvSpPr txBox="true"/>
          <p:nvPr/>
        </p:nvSpPr>
        <p:spPr>
          <a:xfrm rot="0">
            <a:off x="1028700" y="7598904"/>
            <a:ext cx="3892559" cy="515384"/>
          </a:xfrm>
          <a:prstGeom prst="rect">
            <a:avLst/>
          </a:prstGeom>
        </p:spPr>
        <p:txBody>
          <a:bodyPr anchor="t" rtlCol="false" tIns="0" lIns="0" bIns="0" rIns="0">
            <a:spAutoFit/>
          </a:bodyPr>
          <a:lstStyle/>
          <a:p>
            <a:pPr algn="l">
              <a:lnSpc>
                <a:spcPts val="2047"/>
              </a:lnSpc>
            </a:pPr>
            <a:r>
              <a:rPr lang="en-US" sz="2047">
                <a:solidFill>
                  <a:srgbClr val="2E2E2E"/>
                </a:solidFill>
                <a:latin typeface="Comic Sans"/>
                <a:ea typeface="Comic Sans"/>
                <a:cs typeface="Comic Sans"/>
                <a:sym typeface="Comic Sans"/>
              </a:rPr>
              <a:t>Learning happens everywhere, </a:t>
            </a:r>
            <a:r>
              <a:rPr lang="en-US" sz="2047">
                <a:solidFill>
                  <a:srgbClr val="2E2E2E"/>
                </a:solidFill>
                <a:latin typeface="Comic Sans"/>
                <a:ea typeface="Comic Sans"/>
                <a:cs typeface="Comic Sans"/>
                <a:sym typeface="Comic Sans"/>
              </a:rPr>
              <a:t>not only in school</a:t>
            </a:r>
          </a:p>
        </p:txBody>
      </p:sp>
      <p:sp>
        <p:nvSpPr>
          <p:cNvPr name="TextBox 6" id="6"/>
          <p:cNvSpPr txBox="true"/>
          <p:nvPr/>
        </p:nvSpPr>
        <p:spPr>
          <a:xfrm rot="0">
            <a:off x="1028700" y="6079316"/>
            <a:ext cx="3892559" cy="1026287"/>
          </a:xfrm>
          <a:prstGeom prst="rect">
            <a:avLst/>
          </a:prstGeom>
        </p:spPr>
        <p:txBody>
          <a:bodyPr anchor="t" rtlCol="false" tIns="0" lIns="0" bIns="0" rIns="0">
            <a:spAutoFit/>
          </a:bodyPr>
          <a:lstStyle/>
          <a:p>
            <a:pPr algn="l">
              <a:lnSpc>
                <a:spcPts val="1624"/>
              </a:lnSpc>
            </a:pPr>
            <a:r>
              <a:rPr lang="en-US" sz="1400">
                <a:solidFill>
                  <a:srgbClr val="2E2E2E"/>
                </a:solidFill>
                <a:latin typeface="Poppins"/>
                <a:ea typeface="Poppins"/>
                <a:cs typeface="Poppins"/>
                <a:sym typeface="Poppins"/>
              </a:rPr>
              <a:t>Lorem ipsum dolor sit amet, consectetur adipiscing elit, sed do eiusmod tempor incididunt ut labore et dolore magna aliqua. Ut enim ad minim veniam, quis nostrud exercitation ull</a:t>
            </a:r>
            <a:r>
              <a:rPr lang="en-US" sz="1400">
                <a:solidFill>
                  <a:srgbClr val="2E2E2E"/>
                </a:solidFill>
                <a:latin typeface="Poppins"/>
                <a:ea typeface="Poppins"/>
                <a:cs typeface="Poppins"/>
                <a:sym typeface="Poppins"/>
              </a:rPr>
              <a:t>amco </a:t>
            </a:r>
          </a:p>
        </p:txBody>
      </p:sp>
      <p:sp>
        <p:nvSpPr>
          <p:cNvPr name="TextBox 7" id="7"/>
          <p:cNvSpPr txBox="true"/>
          <p:nvPr/>
        </p:nvSpPr>
        <p:spPr>
          <a:xfrm rot="0">
            <a:off x="1028700" y="8232013"/>
            <a:ext cx="3892559" cy="1026287"/>
          </a:xfrm>
          <a:prstGeom prst="rect">
            <a:avLst/>
          </a:prstGeom>
        </p:spPr>
        <p:txBody>
          <a:bodyPr anchor="t" rtlCol="false" tIns="0" lIns="0" bIns="0" rIns="0">
            <a:spAutoFit/>
          </a:bodyPr>
          <a:lstStyle/>
          <a:p>
            <a:pPr algn="l">
              <a:lnSpc>
                <a:spcPts val="1624"/>
              </a:lnSpc>
            </a:pPr>
            <a:r>
              <a:rPr lang="en-US" sz="1400">
                <a:solidFill>
                  <a:srgbClr val="2E2E2E"/>
                </a:solidFill>
                <a:latin typeface="Poppins"/>
                <a:ea typeface="Poppins"/>
                <a:cs typeface="Poppins"/>
                <a:sym typeface="Poppins"/>
              </a:rPr>
              <a:t>Lorem ipsum dolor sit amet, consectetur adipiscing elit, sed do eiusmod tempor incididunt ut labore et dolore magna aliqua. Ut enim ad minim veniam, quis nostrud exercitation ull</a:t>
            </a:r>
            <a:r>
              <a:rPr lang="en-US" sz="1400">
                <a:solidFill>
                  <a:srgbClr val="2E2E2E"/>
                </a:solidFill>
                <a:latin typeface="Poppins"/>
                <a:ea typeface="Poppins"/>
                <a:cs typeface="Poppins"/>
                <a:sym typeface="Poppins"/>
              </a:rPr>
              <a:t>amco </a:t>
            </a:r>
          </a:p>
        </p:txBody>
      </p:sp>
      <p:sp>
        <p:nvSpPr>
          <p:cNvPr name="TextBox 8" id="8"/>
          <p:cNvSpPr txBox="true"/>
          <p:nvPr/>
        </p:nvSpPr>
        <p:spPr>
          <a:xfrm rot="0">
            <a:off x="5251441" y="5446207"/>
            <a:ext cx="2710340" cy="528255"/>
          </a:xfrm>
          <a:prstGeom prst="rect">
            <a:avLst/>
          </a:prstGeom>
        </p:spPr>
        <p:txBody>
          <a:bodyPr anchor="t" rtlCol="false" tIns="0" lIns="0" bIns="0" rIns="0">
            <a:spAutoFit/>
          </a:bodyPr>
          <a:lstStyle/>
          <a:p>
            <a:pPr algn="l">
              <a:lnSpc>
                <a:spcPts val="2047"/>
              </a:lnSpc>
            </a:pPr>
            <a:r>
              <a:rPr lang="en-US" sz="2047">
                <a:solidFill>
                  <a:srgbClr val="2E2E2E"/>
                </a:solidFill>
                <a:latin typeface="Comic Sans"/>
                <a:ea typeface="Comic Sans"/>
                <a:cs typeface="Comic Sans"/>
                <a:sym typeface="Comic Sans"/>
              </a:rPr>
              <a:t>It helps us u</a:t>
            </a:r>
            <a:r>
              <a:rPr lang="en-US" sz="2047">
                <a:solidFill>
                  <a:srgbClr val="2E2E2E"/>
                </a:solidFill>
                <a:latin typeface="Comic Sans"/>
                <a:ea typeface="Comic Sans"/>
                <a:cs typeface="Comic Sans"/>
                <a:sym typeface="Comic Sans"/>
              </a:rPr>
              <a:t>nderstand the world</a:t>
            </a:r>
          </a:p>
        </p:txBody>
      </p:sp>
      <p:sp>
        <p:nvSpPr>
          <p:cNvPr name="TextBox 9" id="9"/>
          <p:cNvSpPr txBox="true"/>
          <p:nvPr/>
        </p:nvSpPr>
        <p:spPr>
          <a:xfrm rot="0">
            <a:off x="5251441" y="6079316"/>
            <a:ext cx="3892559" cy="1026287"/>
          </a:xfrm>
          <a:prstGeom prst="rect">
            <a:avLst/>
          </a:prstGeom>
        </p:spPr>
        <p:txBody>
          <a:bodyPr anchor="t" rtlCol="false" tIns="0" lIns="0" bIns="0" rIns="0">
            <a:spAutoFit/>
          </a:bodyPr>
          <a:lstStyle/>
          <a:p>
            <a:pPr algn="l">
              <a:lnSpc>
                <a:spcPts val="1624"/>
              </a:lnSpc>
            </a:pPr>
            <a:r>
              <a:rPr lang="en-US" sz="1400">
                <a:solidFill>
                  <a:srgbClr val="2E2E2E"/>
                </a:solidFill>
                <a:latin typeface="Poppins"/>
                <a:ea typeface="Poppins"/>
                <a:cs typeface="Poppins"/>
                <a:sym typeface="Poppins"/>
              </a:rPr>
              <a:t>Lorem ipsum dolor sit amet, consectetur adipiscing elit, sed do eiusmod tempor incididunt ut labore et dolore magna aliqua. Ut enim ad minim veniam, quis nostrud exercitation ull</a:t>
            </a:r>
            <a:r>
              <a:rPr lang="en-US" sz="1400">
                <a:solidFill>
                  <a:srgbClr val="2E2E2E"/>
                </a:solidFill>
                <a:latin typeface="Poppins"/>
                <a:ea typeface="Poppins"/>
                <a:cs typeface="Poppins"/>
                <a:sym typeface="Poppins"/>
              </a:rPr>
              <a:t>amco </a:t>
            </a:r>
          </a:p>
        </p:txBody>
      </p:sp>
      <p:sp>
        <p:nvSpPr>
          <p:cNvPr name="Freeform 10" id="10"/>
          <p:cNvSpPr/>
          <p:nvPr/>
        </p:nvSpPr>
        <p:spPr>
          <a:xfrm flipH="false" flipV="false" rot="-2980882">
            <a:off x="7951951" y="2949578"/>
            <a:ext cx="930324" cy="1117201"/>
          </a:xfrm>
          <a:custGeom>
            <a:avLst/>
            <a:gdLst/>
            <a:ahLst/>
            <a:cxnLst/>
            <a:rect r="r" b="b" t="t" l="l"/>
            <a:pathLst>
              <a:path h="1117201" w="930324">
                <a:moveTo>
                  <a:pt x="0" y="0"/>
                </a:moveTo>
                <a:lnTo>
                  <a:pt x="930324" y="0"/>
                </a:lnTo>
                <a:lnTo>
                  <a:pt x="930324" y="1117201"/>
                </a:lnTo>
                <a:lnTo>
                  <a:pt x="0" y="11172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10450515" y="1028700"/>
            <a:ext cx="6713208" cy="5248508"/>
          </a:xfrm>
          <a:custGeom>
            <a:avLst/>
            <a:gdLst/>
            <a:ahLst/>
            <a:cxnLst/>
            <a:rect r="r" b="b" t="t" l="l"/>
            <a:pathLst>
              <a:path h="5248508" w="6713208">
                <a:moveTo>
                  <a:pt x="0" y="0"/>
                </a:moveTo>
                <a:lnTo>
                  <a:pt x="6713208" y="0"/>
                </a:lnTo>
                <a:lnTo>
                  <a:pt x="6713208" y="5248508"/>
                </a:lnTo>
                <a:lnTo>
                  <a:pt x="0" y="52485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4870193"/>
            <a:ext cx="7538795" cy="2006431"/>
          </a:xfrm>
          <a:prstGeom prst="rect">
            <a:avLst/>
          </a:prstGeom>
        </p:spPr>
        <p:txBody>
          <a:bodyPr anchor="t" rtlCol="false" tIns="0" lIns="0" bIns="0" rIns="0">
            <a:spAutoFit/>
          </a:bodyPr>
          <a:lstStyle/>
          <a:p>
            <a:pPr algn="l">
              <a:lnSpc>
                <a:spcPts val="7739"/>
              </a:lnSpc>
            </a:pPr>
            <a:r>
              <a:rPr lang="en-US" sz="7739">
                <a:solidFill>
                  <a:srgbClr val="2E2E2E"/>
                </a:solidFill>
                <a:latin typeface="Comic Sans"/>
                <a:ea typeface="Comic Sans"/>
                <a:cs typeface="Comic Sans"/>
                <a:sym typeface="Comic Sans"/>
              </a:rPr>
              <a:t>Why </a:t>
            </a:r>
            <a:r>
              <a:rPr lang="en-US" sz="7739">
                <a:solidFill>
                  <a:srgbClr val="2E2E2E"/>
                </a:solidFill>
                <a:latin typeface="Comic Sans"/>
                <a:ea typeface="Comic Sans"/>
                <a:cs typeface="Comic Sans"/>
                <a:sym typeface="Comic Sans"/>
              </a:rPr>
              <a:t>Learning Is Important</a:t>
            </a:r>
          </a:p>
        </p:txBody>
      </p:sp>
      <p:sp>
        <p:nvSpPr>
          <p:cNvPr name="TextBox 4" id="4"/>
          <p:cNvSpPr txBox="true"/>
          <p:nvPr/>
        </p:nvSpPr>
        <p:spPr>
          <a:xfrm rot="0">
            <a:off x="1028700" y="7598904"/>
            <a:ext cx="3892559" cy="515384"/>
          </a:xfrm>
          <a:prstGeom prst="rect">
            <a:avLst/>
          </a:prstGeom>
        </p:spPr>
        <p:txBody>
          <a:bodyPr anchor="t" rtlCol="false" tIns="0" lIns="0" bIns="0" rIns="0">
            <a:spAutoFit/>
          </a:bodyPr>
          <a:lstStyle/>
          <a:p>
            <a:pPr algn="l">
              <a:lnSpc>
                <a:spcPts val="2047"/>
              </a:lnSpc>
            </a:pPr>
            <a:r>
              <a:rPr lang="en-US" sz="2047">
                <a:solidFill>
                  <a:srgbClr val="2E2E2E"/>
                </a:solidFill>
                <a:latin typeface="Comic Sans"/>
                <a:ea typeface="Comic Sans"/>
                <a:cs typeface="Comic Sans"/>
                <a:sym typeface="Comic Sans"/>
              </a:rPr>
              <a:t>Builds </a:t>
            </a:r>
            <a:r>
              <a:rPr lang="en-US" sz="2047">
                <a:solidFill>
                  <a:srgbClr val="2E2E2E"/>
                </a:solidFill>
                <a:latin typeface="Comic Sans"/>
                <a:ea typeface="Comic Sans"/>
                <a:cs typeface="Comic Sans"/>
                <a:sym typeface="Comic Sans"/>
              </a:rPr>
              <a:t>knowledge and understanding</a:t>
            </a:r>
          </a:p>
        </p:txBody>
      </p:sp>
      <p:sp>
        <p:nvSpPr>
          <p:cNvPr name="TextBox 5" id="5"/>
          <p:cNvSpPr txBox="true"/>
          <p:nvPr/>
        </p:nvSpPr>
        <p:spPr>
          <a:xfrm rot="0">
            <a:off x="1028700" y="8232013"/>
            <a:ext cx="3892559" cy="1026287"/>
          </a:xfrm>
          <a:prstGeom prst="rect">
            <a:avLst/>
          </a:prstGeom>
        </p:spPr>
        <p:txBody>
          <a:bodyPr anchor="t" rtlCol="false" tIns="0" lIns="0" bIns="0" rIns="0">
            <a:spAutoFit/>
          </a:bodyPr>
          <a:lstStyle/>
          <a:p>
            <a:pPr algn="l">
              <a:lnSpc>
                <a:spcPts val="1624"/>
              </a:lnSpc>
            </a:pPr>
            <a:r>
              <a:rPr lang="en-US" sz="1400">
                <a:solidFill>
                  <a:srgbClr val="2E2E2E"/>
                </a:solidFill>
                <a:latin typeface="Poppins"/>
                <a:ea typeface="Poppins"/>
                <a:cs typeface="Poppins"/>
                <a:sym typeface="Poppins"/>
              </a:rPr>
              <a:t>Lorem ipsum dolor sit amet, consectetur adipiscing elit, sed do eiusmod tempor incididunt ut labore et dolore magna aliqua. Ut enim ad minim veniam, quis nostrud exercitation ull</a:t>
            </a:r>
            <a:r>
              <a:rPr lang="en-US" sz="1400">
                <a:solidFill>
                  <a:srgbClr val="2E2E2E"/>
                </a:solidFill>
                <a:latin typeface="Poppins"/>
                <a:ea typeface="Poppins"/>
                <a:cs typeface="Poppins"/>
                <a:sym typeface="Poppins"/>
              </a:rPr>
              <a:t>amco </a:t>
            </a:r>
          </a:p>
        </p:txBody>
      </p:sp>
      <p:sp>
        <p:nvSpPr>
          <p:cNvPr name="TextBox 6" id="6"/>
          <p:cNvSpPr txBox="true"/>
          <p:nvPr/>
        </p:nvSpPr>
        <p:spPr>
          <a:xfrm rot="0">
            <a:off x="9477375" y="7598904"/>
            <a:ext cx="1946280" cy="515384"/>
          </a:xfrm>
          <a:prstGeom prst="rect">
            <a:avLst/>
          </a:prstGeom>
        </p:spPr>
        <p:txBody>
          <a:bodyPr anchor="t" rtlCol="false" tIns="0" lIns="0" bIns="0" rIns="0">
            <a:spAutoFit/>
          </a:bodyPr>
          <a:lstStyle/>
          <a:p>
            <a:pPr algn="l">
              <a:lnSpc>
                <a:spcPts val="2047"/>
              </a:lnSpc>
            </a:pPr>
            <a:r>
              <a:rPr lang="en-US" sz="2047">
                <a:solidFill>
                  <a:srgbClr val="2E2E2E"/>
                </a:solidFill>
                <a:latin typeface="Comic Sans"/>
                <a:ea typeface="Comic Sans"/>
                <a:cs typeface="Comic Sans"/>
                <a:sym typeface="Comic Sans"/>
              </a:rPr>
              <a:t>Prepares us for the future</a:t>
            </a:r>
          </a:p>
        </p:txBody>
      </p:sp>
      <p:sp>
        <p:nvSpPr>
          <p:cNvPr name="TextBox 7" id="7"/>
          <p:cNvSpPr txBox="true"/>
          <p:nvPr/>
        </p:nvSpPr>
        <p:spPr>
          <a:xfrm rot="0">
            <a:off x="9477375" y="8232013"/>
            <a:ext cx="3892559" cy="1026287"/>
          </a:xfrm>
          <a:prstGeom prst="rect">
            <a:avLst/>
          </a:prstGeom>
        </p:spPr>
        <p:txBody>
          <a:bodyPr anchor="t" rtlCol="false" tIns="0" lIns="0" bIns="0" rIns="0">
            <a:spAutoFit/>
          </a:bodyPr>
          <a:lstStyle/>
          <a:p>
            <a:pPr algn="l">
              <a:lnSpc>
                <a:spcPts val="1624"/>
              </a:lnSpc>
            </a:pPr>
            <a:r>
              <a:rPr lang="en-US" sz="1400">
                <a:solidFill>
                  <a:srgbClr val="2E2E2E"/>
                </a:solidFill>
                <a:latin typeface="Poppins"/>
                <a:ea typeface="Poppins"/>
                <a:cs typeface="Poppins"/>
                <a:sym typeface="Poppins"/>
              </a:rPr>
              <a:t>Lorem ipsum dolor sit amet, consectetur adipiscing elit, sed do eiusmod tempor incididunt ut labore et dolore magna aliqua. Ut enim ad minim veniam, quis nostrud exercitation ull</a:t>
            </a:r>
            <a:r>
              <a:rPr lang="en-US" sz="1400">
                <a:solidFill>
                  <a:srgbClr val="2E2E2E"/>
                </a:solidFill>
                <a:latin typeface="Poppins"/>
                <a:ea typeface="Poppins"/>
                <a:cs typeface="Poppins"/>
                <a:sym typeface="Poppins"/>
              </a:rPr>
              <a:t>amco </a:t>
            </a:r>
          </a:p>
        </p:txBody>
      </p:sp>
      <p:sp>
        <p:nvSpPr>
          <p:cNvPr name="TextBox 8" id="8"/>
          <p:cNvSpPr txBox="true"/>
          <p:nvPr/>
        </p:nvSpPr>
        <p:spPr>
          <a:xfrm rot="0">
            <a:off x="5251441" y="7598904"/>
            <a:ext cx="2710340" cy="528255"/>
          </a:xfrm>
          <a:prstGeom prst="rect">
            <a:avLst/>
          </a:prstGeom>
        </p:spPr>
        <p:txBody>
          <a:bodyPr anchor="t" rtlCol="false" tIns="0" lIns="0" bIns="0" rIns="0">
            <a:spAutoFit/>
          </a:bodyPr>
          <a:lstStyle/>
          <a:p>
            <a:pPr algn="l">
              <a:lnSpc>
                <a:spcPts val="2047"/>
              </a:lnSpc>
            </a:pPr>
            <a:r>
              <a:rPr lang="en-US" sz="2047">
                <a:solidFill>
                  <a:srgbClr val="2E2E2E"/>
                </a:solidFill>
                <a:latin typeface="Comic Sans"/>
                <a:ea typeface="Comic Sans"/>
                <a:cs typeface="Comic Sans"/>
                <a:sym typeface="Comic Sans"/>
              </a:rPr>
              <a:t>Helps p</a:t>
            </a:r>
            <a:r>
              <a:rPr lang="en-US" sz="2047">
                <a:solidFill>
                  <a:srgbClr val="2E2E2E"/>
                </a:solidFill>
                <a:latin typeface="Comic Sans"/>
                <a:ea typeface="Comic Sans"/>
                <a:cs typeface="Comic Sans"/>
                <a:sym typeface="Comic Sans"/>
              </a:rPr>
              <a:t>ersonal development</a:t>
            </a:r>
          </a:p>
        </p:txBody>
      </p:sp>
      <p:sp>
        <p:nvSpPr>
          <p:cNvPr name="TextBox 9" id="9"/>
          <p:cNvSpPr txBox="true"/>
          <p:nvPr/>
        </p:nvSpPr>
        <p:spPr>
          <a:xfrm rot="0">
            <a:off x="5251441" y="8232013"/>
            <a:ext cx="3892559" cy="1026287"/>
          </a:xfrm>
          <a:prstGeom prst="rect">
            <a:avLst/>
          </a:prstGeom>
        </p:spPr>
        <p:txBody>
          <a:bodyPr anchor="t" rtlCol="false" tIns="0" lIns="0" bIns="0" rIns="0">
            <a:spAutoFit/>
          </a:bodyPr>
          <a:lstStyle/>
          <a:p>
            <a:pPr algn="l">
              <a:lnSpc>
                <a:spcPts val="1624"/>
              </a:lnSpc>
            </a:pPr>
            <a:r>
              <a:rPr lang="en-US" sz="1400">
                <a:solidFill>
                  <a:srgbClr val="2E2E2E"/>
                </a:solidFill>
                <a:latin typeface="Poppins"/>
                <a:ea typeface="Poppins"/>
                <a:cs typeface="Poppins"/>
                <a:sym typeface="Poppins"/>
              </a:rPr>
              <a:t>Lorem ipsum dolor sit amet, consectetur adipiscing elit, sed do eiusmod tempor incididunt ut labore et dolore magna aliqua. Ut enim ad minim veniam, quis nostrud exercitation ull</a:t>
            </a:r>
            <a:r>
              <a:rPr lang="en-US" sz="1400">
                <a:solidFill>
                  <a:srgbClr val="2E2E2E"/>
                </a:solidFill>
                <a:latin typeface="Poppins"/>
                <a:ea typeface="Poppins"/>
                <a:cs typeface="Poppins"/>
                <a:sym typeface="Poppins"/>
              </a:rPr>
              <a:t>amco </a:t>
            </a:r>
          </a:p>
        </p:txBody>
      </p:sp>
      <p:sp>
        <p:nvSpPr>
          <p:cNvPr name="Freeform 10" id="10"/>
          <p:cNvSpPr/>
          <p:nvPr/>
        </p:nvSpPr>
        <p:spPr>
          <a:xfrm flipH="false" flipV="false" rot="-2980882">
            <a:off x="7375446" y="4159192"/>
            <a:ext cx="930324" cy="1117201"/>
          </a:xfrm>
          <a:custGeom>
            <a:avLst/>
            <a:gdLst/>
            <a:ahLst/>
            <a:cxnLst/>
            <a:rect r="r" b="b" t="t" l="l"/>
            <a:pathLst>
              <a:path h="1117201" w="930324">
                <a:moveTo>
                  <a:pt x="0" y="0"/>
                </a:moveTo>
                <a:lnTo>
                  <a:pt x="930324" y="0"/>
                </a:lnTo>
                <a:lnTo>
                  <a:pt x="930324" y="1117202"/>
                </a:lnTo>
                <a:lnTo>
                  <a:pt x="0" y="11172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2790305"/>
            <a:ext cx="6915786" cy="8784485"/>
          </a:xfrm>
          <a:custGeom>
            <a:avLst/>
            <a:gdLst/>
            <a:ahLst/>
            <a:cxnLst/>
            <a:rect r="r" b="b" t="t" l="l"/>
            <a:pathLst>
              <a:path h="8784485" w="6915786">
                <a:moveTo>
                  <a:pt x="0" y="0"/>
                </a:moveTo>
                <a:lnTo>
                  <a:pt x="6915786" y="0"/>
                </a:lnTo>
                <a:lnTo>
                  <a:pt x="6915786" y="8784485"/>
                </a:lnTo>
                <a:lnTo>
                  <a:pt x="0" y="878448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9618122" y="2942705"/>
            <a:ext cx="4370248" cy="2006431"/>
          </a:xfrm>
          <a:prstGeom prst="rect">
            <a:avLst/>
          </a:prstGeom>
        </p:spPr>
        <p:txBody>
          <a:bodyPr anchor="t" rtlCol="false" tIns="0" lIns="0" bIns="0" rIns="0">
            <a:spAutoFit/>
          </a:bodyPr>
          <a:lstStyle/>
          <a:p>
            <a:pPr algn="l">
              <a:lnSpc>
                <a:spcPts val="7739"/>
              </a:lnSpc>
            </a:pPr>
            <a:r>
              <a:rPr lang="en-US" sz="7739">
                <a:solidFill>
                  <a:srgbClr val="2E2E2E"/>
                </a:solidFill>
                <a:latin typeface="Comic Sans"/>
                <a:ea typeface="Comic Sans"/>
                <a:cs typeface="Comic Sans"/>
                <a:sym typeface="Comic Sans"/>
              </a:rPr>
              <a:t>Types of </a:t>
            </a:r>
            <a:r>
              <a:rPr lang="en-US" sz="7739">
                <a:solidFill>
                  <a:srgbClr val="2E2E2E"/>
                </a:solidFill>
                <a:latin typeface="Comic Sans"/>
                <a:ea typeface="Comic Sans"/>
                <a:cs typeface="Comic Sans"/>
                <a:sym typeface="Comic Sans"/>
              </a:rPr>
              <a:t>Learning</a:t>
            </a:r>
          </a:p>
        </p:txBody>
      </p:sp>
      <p:sp>
        <p:nvSpPr>
          <p:cNvPr name="TextBox 4" id="4"/>
          <p:cNvSpPr txBox="true"/>
          <p:nvPr/>
        </p:nvSpPr>
        <p:spPr>
          <a:xfrm rot="0">
            <a:off x="9618122" y="5520488"/>
            <a:ext cx="4096334" cy="639051"/>
          </a:xfrm>
          <a:prstGeom prst="rect">
            <a:avLst/>
          </a:prstGeom>
        </p:spPr>
        <p:txBody>
          <a:bodyPr anchor="t" rtlCol="false" tIns="0" lIns="0" bIns="0" rIns="0">
            <a:spAutoFit/>
          </a:bodyPr>
          <a:lstStyle/>
          <a:p>
            <a:pPr algn="l">
              <a:lnSpc>
                <a:spcPts val="1659"/>
              </a:lnSpc>
            </a:pPr>
            <a:r>
              <a:rPr lang="en-US" sz="1659">
                <a:solidFill>
                  <a:srgbClr val="2E2E2E"/>
                </a:solidFill>
                <a:latin typeface="Comic Sans"/>
                <a:ea typeface="Comic Sans"/>
                <a:cs typeface="Comic Sans"/>
                <a:sym typeface="Comic Sans"/>
              </a:rPr>
              <a:t>Formal </a:t>
            </a:r>
            <a:r>
              <a:rPr lang="en-US" sz="1659">
                <a:solidFill>
                  <a:srgbClr val="2E2E2E"/>
                </a:solidFill>
                <a:latin typeface="Comic Sans"/>
                <a:ea typeface="Comic Sans"/>
                <a:cs typeface="Comic Sans"/>
                <a:sym typeface="Comic Sans"/>
              </a:rPr>
              <a:t>learning (school, classes)</a:t>
            </a:r>
          </a:p>
          <a:p>
            <a:pPr algn="l">
              <a:lnSpc>
                <a:spcPts val="1659"/>
              </a:lnSpc>
            </a:pPr>
            <a:r>
              <a:rPr lang="en-US" sz="1659">
                <a:solidFill>
                  <a:srgbClr val="2E2E2E"/>
                </a:solidFill>
                <a:latin typeface="Comic Sans"/>
                <a:ea typeface="Comic Sans"/>
                <a:cs typeface="Comic Sans"/>
                <a:sym typeface="Comic Sans"/>
              </a:rPr>
              <a:t>Informal learning (daily experiences)</a:t>
            </a:r>
          </a:p>
          <a:p>
            <a:pPr algn="l">
              <a:lnSpc>
                <a:spcPts val="1659"/>
              </a:lnSpc>
            </a:pPr>
            <a:r>
              <a:rPr lang="en-US" sz="1659">
                <a:solidFill>
                  <a:srgbClr val="2E2E2E"/>
                </a:solidFill>
                <a:latin typeface="Comic Sans"/>
                <a:ea typeface="Comic Sans"/>
                <a:cs typeface="Comic Sans"/>
                <a:sym typeface="Comic Sans"/>
              </a:rPr>
              <a:t>Self-directed learning</a:t>
            </a:r>
          </a:p>
        </p:txBody>
      </p:sp>
      <p:sp>
        <p:nvSpPr>
          <p:cNvPr name="TextBox 5" id="5"/>
          <p:cNvSpPr txBox="true"/>
          <p:nvPr/>
        </p:nvSpPr>
        <p:spPr>
          <a:xfrm rot="0">
            <a:off x="9618122" y="6440725"/>
            <a:ext cx="3892559" cy="1026287"/>
          </a:xfrm>
          <a:prstGeom prst="rect">
            <a:avLst/>
          </a:prstGeom>
        </p:spPr>
        <p:txBody>
          <a:bodyPr anchor="t" rtlCol="false" tIns="0" lIns="0" bIns="0" rIns="0">
            <a:spAutoFit/>
          </a:bodyPr>
          <a:lstStyle/>
          <a:p>
            <a:pPr algn="l">
              <a:lnSpc>
                <a:spcPts val="1624"/>
              </a:lnSpc>
            </a:pPr>
            <a:r>
              <a:rPr lang="en-US" sz="1400">
                <a:solidFill>
                  <a:srgbClr val="2E2E2E"/>
                </a:solidFill>
                <a:latin typeface="Poppins"/>
                <a:ea typeface="Poppins"/>
                <a:cs typeface="Poppins"/>
                <a:sym typeface="Poppins"/>
              </a:rPr>
              <a:t>Lorem ipsum dolor sit amet, consectetur adipiscing elit, sed do eiusmod tempor incididunt ut labore et dolore magna aliqua. Ut enim ad minim veniam, quis nostrud exercitation ull</a:t>
            </a:r>
            <a:r>
              <a:rPr lang="en-US" sz="1400">
                <a:solidFill>
                  <a:srgbClr val="2E2E2E"/>
                </a:solidFill>
                <a:latin typeface="Poppins"/>
                <a:ea typeface="Poppins"/>
                <a:cs typeface="Poppins"/>
                <a:sym typeface="Poppins"/>
              </a:rPr>
              <a:t>amco </a:t>
            </a:r>
          </a:p>
        </p:txBody>
      </p:sp>
      <p:sp>
        <p:nvSpPr>
          <p:cNvPr name="TextBox 6" id="6"/>
          <p:cNvSpPr txBox="true"/>
          <p:nvPr/>
        </p:nvSpPr>
        <p:spPr>
          <a:xfrm rot="0">
            <a:off x="13473711" y="6440725"/>
            <a:ext cx="3892559" cy="1026287"/>
          </a:xfrm>
          <a:prstGeom prst="rect">
            <a:avLst/>
          </a:prstGeom>
        </p:spPr>
        <p:txBody>
          <a:bodyPr anchor="t" rtlCol="false" tIns="0" lIns="0" bIns="0" rIns="0">
            <a:spAutoFit/>
          </a:bodyPr>
          <a:lstStyle/>
          <a:p>
            <a:pPr algn="l">
              <a:lnSpc>
                <a:spcPts val="1624"/>
              </a:lnSpc>
            </a:pPr>
            <a:r>
              <a:rPr lang="en-US" sz="1400">
                <a:solidFill>
                  <a:srgbClr val="2E2E2E"/>
                </a:solidFill>
                <a:latin typeface="Poppins"/>
                <a:ea typeface="Poppins"/>
                <a:cs typeface="Poppins"/>
                <a:sym typeface="Poppins"/>
              </a:rPr>
              <a:t>Lorem ipsum dolor sit amet, consectetur adipiscing elit, sed do eiusmod tempor incididunt ut labore et dolore magna aliqua. Ut enim ad minim veniam, quis nostrud exercitation ull</a:t>
            </a:r>
            <a:r>
              <a:rPr lang="en-US" sz="1400">
                <a:solidFill>
                  <a:srgbClr val="2E2E2E"/>
                </a:solidFill>
                <a:latin typeface="Poppins"/>
                <a:ea typeface="Poppins"/>
                <a:cs typeface="Poppins"/>
                <a:sym typeface="Poppins"/>
              </a:rPr>
              <a:t>amco </a:t>
            </a:r>
          </a:p>
        </p:txBody>
      </p:sp>
      <p:sp>
        <p:nvSpPr>
          <p:cNvPr name="TextBox 7" id="7"/>
          <p:cNvSpPr txBox="true"/>
          <p:nvPr/>
        </p:nvSpPr>
        <p:spPr>
          <a:xfrm rot="0">
            <a:off x="9618122" y="7882087"/>
            <a:ext cx="6933052" cy="1376213"/>
          </a:xfrm>
          <a:prstGeom prst="rect">
            <a:avLst/>
          </a:prstGeom>
        </p:spPr>
        <p:txBody>
          <a:bodyPr anchor="t" rtlCol="false" tIns="0" lIns="0" bIns="0" rIns="0">
            <a:spAutoFit/>
          </a:bodyPr>
          <a:lstStyle/>
          <a:p>
            <a:pPr algn="l">
              <a:lnSpc>
                <a:spcPts val="1845"/>
              </a:lnSpc>
              <a:spcBef>
                <a:spcPct val="0"/>
              </a:spcBef>
            </a:pPr>
            <a:r>
              <a:rPr lang="en-US" sz="1318">
                <a:solidFill>
                  <a:srgbClr val="525252"/>
                </a:solidFill>
                <a:latin typeface="Poppins"/>
                <a:ea typeface="Poppins"/>
                <a:cs typeface="Poppins"/>
                <a:sym typeface="Poppi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
        <p:nvSpPr>
          <p:cNvPr name="Freeform 8" id="8"/>
          <p:cNvSpPr/>
          <p:nvPr/>
        </p:nvSpPr>
        <p:spPr>
          <a:xfrm flipH="false" flipV="false" rot="-2980882">
            <a:off x="13523207" y="1879982"/>
            <a:ext cx="930324" cy="1117201"/>
          </a:xfrm>
          <a:custGeom>
            <a:avLst/>
            <a:gdLst/>
            <a:ahLst/>
            <a:cxnLst/>
            <a:rect r="r" b="b" t="t" l="l"/>
            <a:pathLst>
              <a:path h="1117201" w="930324">
                <a:moveTo>
                  <a:pt x="0" y="0"/>
                </a:moveTo>
                <a:lnTo>
                  <a:pt x="930324" y="0"/>
                </a:lnTo>
                <a:lnTo>
                  <a:pt x="930324" y="1117202"/>
                </a:lnTo>
                <a:lnTo>
                  <a:pt x="0" y="11172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10151220" y="2309701"/>
            <a:ext cx="5572622" cy="9041128"/>
          </a:xfrm>
          <a:custGeom>
            <a:avLst/>
            <a:gdLst/>
            <a:ahLst/>
            <a:cxnLst/>
            <a:rect r="r" b="b" t="t" l="l"/>
            <a:pathLst>
              <a:path h="9041128" w="5572622">
                <a:moveTo>
                  <a:pt x="0" y="0"/>
                </a:moveTo>
                <a:lnTo>
                  <a:pt x="5572623" y="0"/>
                </a:lnTo>
                <a:lnTo>
                  <a:pt x="5572623" y="9041128"/>
                </a:lnTo>
                <a:lnTo>
                  <a:pt x="0" y="90411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47185" y="3291972"/>
            <a:ext cx="7748148" cy="2006431"/>
          </a:xfrm>
          <a:prstGeom prst="rect">
            <a:avLst/>
          </a:prstGeom>
        </p:spPr>
        <p:txBody>
          <a:bodyPr anchor="t" rtlCol="false" tIns="0" lIns="0" bIns="0" rIns="0">
            <a:spAutoFit/>
          </a:bodyPr>
          <a:lstStyle/>
          <a:p>
            <a:pPr algn="l">
              <a:lnSpc>
                <a:spcPts val="7739"/>
              </a:lnSpc>
            </a:pPr>
            <a:r>
              <a:rPr lang="en-US" sz="7739">
                <a:solidFill>
                  <a:srgbClr val="2E2E2E"/>
                </a:solidFill>
                <a:latin typeface="Comic Sans"/>
                <a:ea typeface="Comic Sans"/>
                <a:cs typeface="Comic Sans"/>
                <a:sym typeface="Comic Sans"/>
              </a:rPr>
              <a:t>Learning Improves Skills</a:t>
            </a:r>
          </a:p>
        </p:txBody>
      </p:sp>
      <p:sp>
        <p:nvSpPr>
          <p:cNvPr name="TextBox 4" id="4"/>
          <p:cNvSpPr txBox="true"/>
          <p:nvPr/>
        </p:nvSpPr>
        <p:spPr>
          <a:xfrm rot="0">
            <a:off x="1028700" y="6108028"/>
            <a:ext cx="3026172" cy="222074"/>
          </a:xfrm>
          <a:prstGeom prst="rect">
            <a:avLst/>
          </a:prstGeom>
        </p:spPr>
        <p:txBody>
          <a:bodyPr anchor="t" rtlCol="false" tIns="0" lIns="0" bIns="0" rIns="0">
            <a:spAutoFit/>
          </a:bodyPr>
          <a:lstStyle/>
          <a:p>
            <a:pPr algn="l">
              <a:lnSpc>
                <a:spcPts val="1659"/>
              </a:lnSpc>
            </a:pPr>
            <a:r>
              <a:rPr lang="en-US" sz="1659">
                <a:solidFill>
                  <a:srgbClr val="2E2E2E"/>
                </a:solidFill>
                <a:latin typeface="Comic Sans"/>
                <a:ea typeface="Comic Sans"/>
                <a:cs typeface="Comic Sans"/>
                <a:sym typeface="Comic Sans"/>
              </a:rPr>
              <a:t>E</a:t>
            </a:r>
            <a:r>
              <a:rPr lang="en-US" sz="1659">
                <a:solidFill>
                  <a:srgbClr val="2E2E2E"/>
                </a:solidFill>
                <a:latin typeface="Comic Sans"/>
                <a:ea typeface="Comic Sans"/>
                <a:cs typeface="Comic Sans"/>
                <a:sym typeface="Comic Sans"/>
              </a:rPr>
              <a:t>nha</a:t>
            </a:r>
            <a:r>
              <a:rPr lang="en-US" sz="1659">
                <a:solidFill>
                  <a:srgbClr val="2E2E2E"/>
                </a:solidFill>
                <a:latin typeface="Comic Sans"/>
                <a:ea typeface="Comic Sans"/>
                <a:cs typeface="Comic Sans"/>
                <a:sym typeface="Comic Sans"/>
              </a:rPr>
              <a:t>nces problem-solving</a:t>
            </a:r>
          </a:p>
        </p:txBody>
      </p:sp>
      <p:sp>
        <p:nvSpPr>
          <p:cNvPr name="TextBox 5" id="5"/>
          <p:cNvSpPr txBox="true"/>
          <p:nvPr/>
        </p:nvSpPr>
        <p:spPr>
          <a:xfrm rot="0">
            <a:off x="1028700" y="7899317"/>
            <a:ext cx="3026172" cy="222074"/>
          </a:xfrm>
          <a:prstGeom prst="rect">
            <a:avLst/>
          </a:prstGeom>
        </p:spPr>
        <p:txBody>
          <a:bodyPr anchor="t" rtlCol="false" tIns="0" lIns="0" bIns="0" rIns="0">
            <a:spAutoFit/>
          </a:bodyPr>
          <a:lstStyle/>
          <a:p>
            <a:pPr algn="l">
              <a:lnSpc>
                <a:spcPts val="1659"/>
              </a:lnSpc>
            </a:pPr>
            <a:r>
              <a:rPr lang="en-US" sz="1659">
                <a:solidFill>
                  <a:srgbClr val="2E2E2E"/>
                </a:solidFill>
                <a:latin typeface="Comic Sans"/>
                <a:ea typeface="Comic Sans"/>
                <a:cs typeface="Comic Sans"/>
                <a:sym typeface="Comic Sans"/>
              </a:rPr>
              <a:t>Dev</a:t>
            </a:r>
            <a:r>
              <a:rPr lang="en-US" sz="1659">
                <a:solidFill>
                  <a:srgbClr val="2E2E2E"/>
                </a:solidFill>
                <a:latin typeface="Comic Sans"/>
                <a:ea typeface="Comic Sans"/>
                <a:cs typeface="Comic Sans"/>
                <a:sym typeface="Comic Sans"/>
              </a:rPr>
              <a:t>elops critical thinking</a:t>
            </a:r>
          </a:p>
        </p:txBody>
      </p:sp>
      <p:sp>
        <p:nvSpPr>
          <p:cNvPr name="TextBox 6" id="6"/>
          <p:cNvSpPr txBox="true"/>
          <p:nvPr/>
        </p:nvSpPr>
        <p:spPr>
          <a:xfrm rot="0">
            <a:off x="4884289" y="6108028"/>
            <a:ext cx="3026172" cy="222074"/>
          </a:xfrm>
          <a:prstGeom prst="rect">
            <a:avLst/>
          </a:prstGeom>
        </p:spPr>
        <p:txBody>
          <a:bodyPr anchor="t" rtlCol="false" tIns="0" lIns="0" bIns="0" rIns="0">
            <a:spAutoFit/>
          </a:bodyPr>
          <a:lstStyle/>
          <a:p>
            <a:pPr algn="l">
              <a:lnSpc>
                <a:spcPts val="1659"/>
              </a:lnSpc>
            </a:pPr>
            <a:r>
              <a:rPr lang="en-US" sz="1659">
                <a:solidFill>
                  <a:srgbClr val="2E2E2E"/>
                </a:solidFill>
                <a:latin typeface="Comic Sans"/>
                <a:ea typeface="Comic Sans"/>
                <a:cs typeface="Comic Sans"/>
                <a:sym typeface="Comic Sans"/>
              </a:rPr>
              <a:t>Im</a:t>
            </a:r>
            <a:r>
              <a:rPr lang="en-US" sz="1659">
                <a:solidFill>
                  <a:srgbClr val="2E2E2E"/>
                </a:solidFill>
                <a:latin typeface="Comic Sans"/>
                <a:ea typeface="Comic Sans"/>
                <a:cs typeface="Comic Sans"/>
                <a:sym typeface="Comic Sans"/>
              </a:rPr>
              <a:t>proves communication</a:t>
            </a:r>
          </a:p>
        </p:txBody>
      </p:sp>
      <p:sp>
        <p:nvSpPr>
          <p:cNvPr name="TextBox 7" id="7"/>
          <p:cNvSpPr txBox="true"/>
          <p:nvPr/>
        </p:nvSpPr>
        <p:spPr>
          <a:xfrm rot="0">
            <a:off x="1028700" y="6440725"/>
            <a:ext cx="3892559" cy="1026287"/>
          </a:xfrm>
          <a:prstGeom prst="rect">
            <a:avLst/>
          </a:prstGeom>
        </p:spPr>
        <p:txBody>
          <a:bodyPr anchor="t" rtlCol="false" tIns="0" lIns="0" bIns="0" rIns="0">
            <a:spAutoFit/>
          </a:bodyPr>
          <a:lstStyle/>
          <a:p>
            <a:pPr algn="l">
              <a:lnSpc>
                <a:spcPts val="1624"/>
              </a:lnSpc>
            </a:pPr>
            <a:r>
              <a:rPr lang="en-US" sz="1400">
                <a:solidFill>
                  <a:srgbClr val="2E2E2E"/>
                </a:solidFill>
                <a:latin typeface="Poppins"/>
                <a:ea typeface="Poppins"/>
                <a:cs typeface="Poppins"/>
                <a:sym typeface="Poppins"/>
              </a:rPr>
              <a:t>Lorem ipsum dolor sit amet, consectetur adipiscing elit, sed do eiusmod tempor incididunt ut labore et dolore magna aliqua. Ut enim ad minim veniam, quis nostrud exercitation ull</a:t>
            </a:r>
            <a:r>
              <a:rPr lang="en-US" sz="1400">
                <a:solidFill>
                  <a:srgbClr val="2E2E2E"/>
                </a:solidFill>
                <a:latin typeface="Poppins"/>
                <a:ea typeface="Poppins"/>
                <a:cs typeface="Poppins"/>
                <a:sym typeface="Poppins"/>
              </a:rPr>
              <a:t>amco </a:t>
            </a:r>
          </a:p>
        </p:txBody>
      </p:sp>
      <p:sp>
        <p:nvSpPr>
          <p:cNvPr name="TextBox 8" id="8"/>
          <p:cNvSpPr txBox="true"/>
          <p:nvPr/>
        </p:nvSpPr>
        <p:spPr>
          <a:xfrm rot="0">
            <a:off x="1028700" y="8232013"/>
            <a:ext cx="3892559" cy="1026287"/>
          </a:xfrm>
          <a:prstGeom prst="rect">
            <a:avLst/>
          </a:prstGeom>
        </p:spPr>
        <p:txBody>
          <a:bodyPr anchor="t" rtlCol="false" tIns="0" lIns="0" bIns="0" rIns="0">
            <a:spAutoFit/>
          </a:bodyPr>
          <a:lstStyle/>
          <a:p>
            <a:pPr algn="l">
              <a:lnSpc>
                <a:spcPts val="1624"/>
              </a:lnSpc>
            </a:pPr>
            <a:r>
              <a:rPr lang="en-US" sz="1400">
                <a:solidFill>
                  <a:srgbClr val="2E2E2E"/>
                </a:solidFill>
                <a:latin typeface="Poppins"/>
                <a:ea typeface="Poppins"/>
                <a:cs typeface="Poppins"/>
                <a:sym typeface="Poppins"/>
              </a:rPr>
              <a:t>Lorem ipsum dolor sit amet, consectetur adipiscing elit, sed do eiusmod tempor incididunt ut labore et dolore magna aliqua. Ut enim ad minim veniam, quis nostrud exercitation ull</a:t>
            </a:r>
            <a:r>
              <a:rPr lang="en-US" sz="1400">
                <a:solidFill>
                  <a:srgbClr val="2E2E2E"/>
                </a:solidFill>
                <a:latin typeface="Poppins"/>
                <a:ea typeface="Poppins"/>
                <a:cs typeface="Poppins"/>
                <a:sym typeface="Poppins"/>
              </a:rPr>
              <a:t>amco </a:t>
            </a:r>
          </a:p>
        </p:txBody>
      </p:sp>
      <p:sp>
        <p:nvSpPr>
          <p:cNvPr name="TextBox 9" id="9"/>
          <p:cNvSpPr txBox="true"/>
          <p:nvPr/>
        </p:nvSpPr>
        <p:spPr>
          <a:xfrm rot="0">
            <a:off x="1028700" y="1009650"/>
            <a:ext cx="2077466" cy="1826387"/>
          </a:xfrm>
          <a:prstGeom prst="rect">
            <a:avLst/>
          </a:prstGeom>
        </p:spPr>
        <p:txBody>
          <a:bodyPr anchor="t" rtlCol="false" tIns="0" lIns="0" bIns="0" rIns="0">
            <a:spAutoFit/>
          </a:bodyPr>
          <a:lstStyle/>
          <a:p>
            <a:pPr algn="l">
              <a:lnSpc>
                <a:spcPts val="1624"/>
              </a:lnSpc>
            </a:pPr>
            <a:r>
              <a:rPr lang="en-US" sz="1400" i="true">
                <a:solidFill>
                  <a:srgbClr val="2E2E2E"/>
                </a:solidFill>
                <a:latin typeface="Poppins Italics"/>
                <a:ea typeface="Poppins Italics"/>
                <a:cs typeface="Poppins Italics"/>
                <a:sym typeface="Poppins Italics"/>
              </a:rPr>
              <a:t>Lorem ipsum dolor sit amet, consectetur adipiscing elit, sed do eiusmod tempor incididunt ut labore et dolore magna aliqua. Ut enim ad minim veniam, quis nostrud exercitation ull</a:t>
            </a:r>
            <a:r>
              <a:rPr lang="en-US" sz="1400" i="true">
                <a:solidFill>
                  <a:srgbClr val="2E2E2E"/>
                </a:solidFill>
                <a:latin typeface="Poppins Italics"/>
                <a:ea typeface="Poppins Italics"/>
                <a:cs typeface="Poppins Italics"/>
                <a:sym typeface="Poppins Italics"/>
              </a:rPr>
              <a:t>amco </a:t>
            </a:r>
          </a:p>
        </p:txBody>
      </p:sp>
      <p:sp>
        <p:nvSpPr>
          <p:cNvPr name="TextBox 10" id="10"/>
          <p:cNvSpPr txBox="true"/>
          <p:nvPr/>
        </p:nvSpPr>
        <p:spPr>
          <a:xfrm rot="0">
            <a:off x="4884289" y="6440725"/>
            <a:ext cx="3892559" cy="1026287"/>
          </a:xfrm>
          <a:prstGeom prst="rect">
            <a:avLst/>
          </a:prstGeom>
        </p:spPr>
        <p:txBody>
          <a:bodyPr anchor="t" rtlCol="false" tIns="0" lIns="0" bIns="0" rIns="0">
            <a:spAutoFit/>
          </a:bodyPr>
          <a:lstStyle/>
          <a:p>
            <a:pPr algn="l">
              <a:lnSpc>
                <a:spcPts val="1624"/>
              </a:lnSpc>
            </a:pPr>
            <a:r>
              <a:rPr lang="en-US" sz="1400">
                <a:solidFill>
                  <a:srgbClr val="2E2E2E"/>
                </a:solidFill>
                <a:latin typeface="Poppins"/>
                <a:ea typeface="Poppins"/>
                <a:cs typeface="Poppins"/>
                <a:sym typeface="Poppins"/>
              </a:rPr>
              <a:t>Lorem ipsum dolor sit amet, consectetur adipiscing elit, sed do eiusmod tempor incididunt ut labore et dolore magna aliqua. Ut enim ad minim veniam, quis nostrud exercitation ull</a:t>
            </a:r>
            <a:r>
              <a:rPr lang="en-US" sz="1400">
                <a:solidFill>
                  <a:srgbClr val="2E2E2E"/>
                </a:solidFill>
                <a:latin typeface="Poppins"/>
                <a:ea typeface="Poppins"/>
                <a:cs typeface="Poppins"/>
                <a:sym typeface="Poppins"/>
              </a:rPr>
              <a:t>amco </a:t>
            </a:r>
          </a:p>
        </p:txBody>
      </p:sp>
      <p:sp>
        <p:nvSpPr>
          <p:cNvPr name="Freeform 11" id="11"/>
          <p:cNvSpPr/>
          <p:nvPr/>
        </p:nvSpPr>
        <p:spPr>
          <a:xfrm flipH="false" flipV="false" rot="-2980882">
            <a:off x="7742083" y="2993539"/>
            <a:ext cx="930324" cy="1117201"/>
          </a:xfrm>
          <a:custGeom>
            <a:avLst/>
            <a:gdLst/>
            <a:ahLst/>
            <a:cxnLst/>
            <a:rect r="r" b="b" t="t" l="l"/>
            <a:pathLst>
              <a:path h="1117201" w="930324">
                <a:moveTo>
                  <a:pt x="0" y="0"/>
                </a:moveTo>
                <a:lnTo>
                  <a:pt x="930324" y="0"/>
                </a:lnTo>
                <a:lnTo>
                  <a:pt x="930324" y="1117201"/>
                </a:lnTo>
                <a:lnTo>
                  <a:pt x="0" y="11172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12045835" y="3267920"/>
            <a:ext cx="6538671" cy="7399730"/>
          </a:xfrm>
          <a:custGeom>
            <a:avLst/>
            <a:gdLst/>
            <a:ahLst/>
            <a:cxnLst/>
            <a:rect r="r" b="b" t="t" l="l"/>
            <a:pathLst>
              <a:path h="7399730" w="6538671">
                <a:moveTo>
                  <a:pt x="0" y="0"/>
                </a:moveTo>
                <a:lnTo>
                  <a:pt x="6538671" y="0"/>
                </a:lnTo>
                <a:lnTo>
                  <a:pt x="6538671" y="7399731"/>
                </a:lnTo>
                <a:lnTo>
                  <a:pt x="0" y="73997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47185" y="1181100"/>
            <a:ext cx="4801423" cy="2987550"/>
          </a:xfrm>
          <a:prstGeom prst="rect">
            <a:avLst/>
          </a:prstGeom>
        </p:spPr>
        <p:txBody>
          <a:bodyPr anchor="t" rtlCol="false" tIns="0" lIns="0" bIns="0" rIns="0">
            <a:spAutoFit/>
          </a:bodyPr>
          <a:lstStyle/>
          <a:p>
            <a:pPr algn="l">
              <a:lnSpc>
                <a:spcPts val="7739"/>
              </a:lnSpc>
            </a:pPr>
            <a:r>
              <a:rPr lang="en-US" sz="7739">
                <a:solidFill>
                  <a:srgbClr val="2E2E2E"/>
                </a:solidFill>
                <a:latin typeface="Comic Sans"/>
                <a:ea typeface="Comic Sans"/>
                <a:cs typeface="Comic Sans"/>
                <a:sym typeface="Comic Sans"/>
              </a:rPr>
              <a:t>Learning from Mistakes</a:t>
            </a:r>
          </a:p>
        </p:txBody>
      </p:sp>
      <p:sp>
        <p:nvSpPr>
          <p:cNvPr name="TextBox 4" id="4"/>
          <p:cNvSpPr txBox="true"/>
          <p:nvPr/>
        </p:nvSpPr>
        <p:spPr>
          <a:xfrm rot="0">
            <a:off x="1028700" y="6612525"/>
            <a:ext cx="3026172" cy="222074"/>
          </a:xfrm>
          <a:prstGeom prst="rect">
            <a:avLst/>
          </a:prstGeom>
        </p:spPr>
        <p:txBody>
          <a:bodyPr anchor="t" rtlCol="false" tIns="0" lIns="0" bIns="0" rIns="0">
            <a:spAutoFit/>
          </a:bodyPr>
          <a:lstStyle/>
          <a:p>
            <a:pPr algn="l">
              <a:lnSpc>
                <a:spcPts val="1659"/>
              </a:lnSpc>
            </a:pPr>
            <a:r>
              <a:rPr lang="en-US" sz="1659">
                <a:solidFill>
                  <a:srgbClr val="2E2E2E"/>
                </a:solidFill>
                <a:latin typeface="Comic Sans"/>
                <a:ea typeface="Comic Sans"/>
                <a:cs typeface="Comic Sans"/>
                <a:sym typeface="Comic Sans"/>
              </a:rPr>
              <a:t>03</a:t>
            </a:r>
          </a:p>
        </p:txBody>
      </p:sp>
      <p:sp>
        <p:nvSpPr>
          <p:cNvPr name="TextBox 5" id="5"/>
          <p:cNvSpPr txBox="true"/>
          <p:nvPr/>
        </p:nvSpPr>
        <p:spPr>
          <a:xfrm rot="0">
            <a:off x="1028700" y="6945221"/>
            <a:ext cx="3892559" cy="1026287"/>
          </a:xfrm>
          <a:prstGeom prst="rect">
            <a:avLst/>
          </a:prstGeom>
        </p:spPr>
        <p:txBody>
          <a:bodyPr anchor="t" rtlCol="false" tIns="0" lIns="0" bIns="0" rIns="0">
            <a:spAutoFit/>
          </a:bodyPr>
          <a:lstStyle/>
          <a:p>
            <a:pPr algn="l">
              <a:lnSpc>
                <a:spcPts val="1624"/>
              </a:lnSpc>
            </a:pPr>
            <a:r>
              <a:rPr lang="en-US" sz="1400">
                <a:solidFill>
                  <a:srgbClr val="2E2E2E"/>
                </a:solidFill>
                <a:latin typeface="Poppins"/>
                <a:ea typeface="Poppins"/>
                <a:cs typeface="Poppins"/>
                <a:sym typeface="Poppins"/>
              </a:rPr>
              <a:t>Lorem ipsum dolor sit amet, consectetur adipiscing elit, sed do eiusmod tempor incididunt ut labore et dolore magna aliqua. Ut enim ad minim veniam, quis nostrud exercitation ull</a:t>
            </a:r>
            <a:r>
              <a:rPr lang="en-US" sz="1400">
                <a:solidFill>
                  <a:srgbClr val="2E2E2E"/>
                </a:solidFill>
                <a:latin typeface="Poppins"/>
                <a:ea typeface="Poppins"/>
                <a:cs typeface="Poppins"/>
                <a:sym typeface="Poppins"/>
              </a:rPr>
              <a:t>amco </a:t>
            </a:r>
          </a:p>
        </p:txBody>
      </p:sp>
      <p:sp>
        <p:nvSpPr>
          <p:cNvPr name="TextBox 6" id="6"/>
          <p:cNvSpPr txBox="true"/>
          <p:nvPr/>
        </p:nvSpPr>
        <p:spPr>
          <a:xfrm rot="0">
            <a:off x="1028700" y="4710617"/>
            <a:ext cx="3026172" cy="222074"/>
          </a:xfrm>
          <a:prstGeom prst="rect">
            <a:avLst/>
          </a:prstGeom>
        </p:spPr>
        <p:txBody>
          <a:bodyPr anchor="t" rtlCol="false" tIns="0" lIns="0" bIns="0" rIns="0">
            <a:spAutoFit/>
          </a:bodyPr>
          <a:lstStyle/>
          <a:p>
            <a:pPr algn="l">
              <a:lnSpc>
                <a:spcPts val="1659"/>
              </a:lnSpc>
            </a:pPr>
            <a:r>
              <a:rPr lang="en-US" sz="1659">
                <a:solidFill>
                  <a:srgbClr val="2E2E2E"/>
                </a:solidFill>
                <a:latin typeface="Comic Sans"/>
                <a:ea typeface="Comic Sans"/>
                <a:cs typeface="Comic Sans"/>
                <a:sym typeface="Comic Sans"/>
              </a:rPr>
              <a:t>01</a:t>
            </a:r>
          </a:p>
        </p:txBody>
      </p:sp>
      <p:sp>
        <p:nvSpPr>
          <p:cNvPr name="TextBox 7" id="7"/>
          <p:cNvSpPr txBox="true"/>
          <p:nvPr/>
        </p:nvSpPr>
        <p:spPr>
          <a:xfrm rot="0">
            <a:off x="6871728" y="4710617"/>
            <a:ext cx="3026172" cy="222074"/>
          </a:xfrm>
          <a:prstGeom prst="rect">
            <a:avLst/>
          </a:prstGeom>
        </p:spPr>
        <p:txBody>
          <a:bodyPr anchor="t" rtlCol="false" tIns="0" lIns="0" bIns="0" rIns="0">
            <a:spAutoFit/>
          </a:bodyPr>
          <a:lstStyle/>
          <a:p>
            <a:pPr algn="l">
              <a:lnSpc>
                <a:spcPts val="1659"/>
              </a:lnSpc>
            </a:pPr>
            <a:r>
              <a:rPr lang="en-US" sz="1659">
                <a:solidFill>
                  <a:srgbClr val="2E2E2E"/>
                </a:solidFill>
                <a:latin typeface="Comic Sans"/>
                <a:ea typeface="Comic Sans"/>
                <a:cs typeface="Comic Sans"/>
                <a:sym typeface="Comic Sans"/>
              </a:rPr>
              <a:t>02</a:t>
            </a:r>
          </a:p>
        </p:txBody>
      </p:sp>
      <p:sp>
        <p:nvSpPr>
          <p:cNvPr name="TextBox 8" id="8"/>
          <p:cNvSpPr txBox="true"/>
          <p:nvPr/>
        </p:nvSpPr>
        <p:spPr>
          <a:xfrm rot="0">
            <a:off x="1028700" y="5043313"/>
            <a:ext cx="3892559" cy="1026287"/>
          </a:xfrm>
          <a:prstGeom prst="rect">
            <a:avLst/>
          </a:prstGeom>
        </p:spPr>
        <p:txBody>
          <a:bodyPr anchor="t" rtlCol="false" tIns="0" lIns="0" bIns="0" rIns="0">
            <a:spAutoFit/>
          </a:bodyPr>
          <a:lstStyle/>
          <a:p>
            <a:pPr algn="l">
              <a:lnSpc>
                <a:spcPts val="1624"/>
              </a:lnSpc>
            </a:pPr>
            <a:r>
              <a:rPr lang="en-US" sz="1400">
                <a:solidFill>
                  <a:srgbClr val="2E2E2E"/>
                </a:solidFill>
                <a:latin typeface="Poppins"/>
                <a:ea typeface="Poppins"/>
                <a:cs typeface="Poppins"/>
                <a:sym typeface="Poppins"/>
              </a:rPr>
              <a:t>Lorem ipsum dolor sit amet, consectetur adipiscing elit, sed do eiusmod tempor incididunt ut labore et dolore magna aliqua. Ut enim ad minim veniam, quis nostrud exercitation ull</a:t>
            </a:r>
            <a:r>
              <a:rPr lang="en-US" sz="1400">
                <a:solidFill>
                  <a:srgbClr val="2E2E2E"/>
                </a:solidFill>
                <a:latin typeface="Poppins"/>
                <a:ea typeface="Poppins"/>
                <a:cs typeface="Poppins"/>
                <a:sym typeface="Poppins"/>
              </a:rPr>
              <a:t>amco </a:t>
            </a:r>
          </a:p>
        </p:txBody>
      </p:sp>
      <p:sp>
        <p:nvSpPr>
          <p:cNvPr name="TextBox 9" id="9"/>
          <p:cNvSpPr txBox="true"/>
          <p:nvPr/>
        </p:nvSpPr>
        <p:spPr>
          <a:xfrm rot="0">
            <a:off x="6871728" y="5043313"/>
            <a:ext cx="3892559" cy="1026287"/>
          </a:xfrm>
          <a:prstGeom prst="rect">
            <a:avLst/>
          </a:prstGeom>
        </p:spPr>
        <p:txBody>
          <a:bodyPr anchor="t" rtlCol="false" tIns="0" lIns="0" bIns="0" rIns="0">
            <a:spAutoFit/>
          </a:bodyPr>
          <a:lstStyle/>
          <a:p>
            <a:pPr algn="l">
              <a:lnSpc>
                <a:spcPts val="1624"/>
              </a:lnSpc>
            </a:pPr>
            <a:r>
              <a:rPr lang="en-US" sz="1400">
                <a:solidFill>
                  <a:srgbClr val="2E2E2E"/>
                </a:solidFill>
                <a:latin typeface="Poppins"/>
                <a:ea typeface="Poppins"/>
                <a:cs typeface="Poppins"/>
                <a:sym typeface="Poppins"/>
              </a:rPr>
              <a:t>Lorem ipsum dolor sit amet, consectetur adipiscing elit, sed do eiusmod tempor incididunt ut labore et dolore magna aliqua. Ut enim ad minim veniam, quis nostrud exercitation ull</a:t>
            </a:r>
            <a:r>
              <a:rPr lang="en-US" sz="1400">
                <a:solidFill>
                  <a:srgbClr val="2E2E2E"/>
                </a:solidFill>
                <a:latin typeface="Poppins"/>
                <a:ea typeface="Poppins"/>
                <a:cs typeface="Poppins"/>
                <a:sym typeface="Poppins"/>
              </a:rPr>
              <a:t>amco </a:t>
            </a:r>
          </a:p>
        </p:txBody>
      </p:sp>
      <p:sp>
        <p:nvSpPr>
          <p:cNvPr name="TextBox 10" id="10"/>
          <p:cNvSpPr txBox="true"/>
          <p:nvPr/>
        </p:nvSpPr>
        <p:spPr>
          <a:xfrm rot="0">
            <a:off x="6871728" y="1827857"/>
            <a:ext cx="2077466" cy="1826387"/>
          </a:xfrm>
          <a:prstGeom prst="rect">
            <a:avLst/>
          </a:prstGeom>
        </p:spPr>
        <p:txBody>
          <a:bodyPr anchor="t" rtlCol="false" tIns="0" lIns="0" bIns="0" rIns="0">
            <a:spAutoFit/>
          </a:bodyPr>
          <a:lstStyle/>
          <a:p>
            <a:pPr algn="l">
              <a:lnSpc>
                <a:spcPts val="1624"/>
              </a:lnSpc>
            </a:pPr>
            <a:r>
              <a:rPr lang="en-US" sz="1400" i="true">
                <a:solidFill>
                  <a:srgbClr val="2E2E2E"/>
                </a:solidFill>
                <a:latin typeface="Poppins Italics"/>
                <a:ea typeface="Poppins Italics"/>
                <a:cs typeface="Poppins Italics"/>
                <a:sym typeface="Poppins Italics"/>
              </a:rPr>
              <a:t>Lorem ipsum dolor sit amet, consectetur adipiscing elit, sed do eiusmod tempor incididunt ut labore et dolore magna aliqua. Ut enim ad minim veniam, quis nostrud exercitation ull</a:t>
            </a:r>
            <a:r>
              <a:rPr lang="en-US" sz="1400" i="true">
                <a:solidFill>
                  <a:srgbClr val="2E2E2E"/>
                </a:solidFill>
                <a:latin typeface="Poppins Italics"/>
                <a:ea typeface="Poppins Italics"/>
                <a:cs typeface="Poppins Italics"/>
                <a:sym typeface="Poppins Italics"/>
              </a:rPr>
              <a:t>amco </a:t>
            </a:r>
          </a:p>
        </p:txBody>
      </p:sp>
      <p:sp>
        <p:nvSpPr>
          <p:cNvPr name="TextBox 11" id="11"/>
          <p:cNvSpPr txBox="true"/>
          <p:nvPr/>
        </p:nvSpPr>
        <p:spPr>
          <a:xfrm rot="0">
            <a:off x="9968369" y="1827857"/>
            <a:ext cx="2077466" cy="1426337"/>
          </a:xfrm>
          <a:prstGeom prst="rect">
            <a:avLst/>
          </a:prstGeom>
        </p:spPr>
        <p:txBody>
          <a:bodyPr anchor="t" rtlCol="false" tIns="0" lIns="0" bIns="0" rIns="0">
            <a:spAutoFit/>
          </a:bodyPr>
          <a:lstStyle/>
          <a:p>
            <a:pPr algn="l" marL="302261" indent="-151130" lvl="1">
              <a:lnSpc>
                <a:spcPts val="1624"/>
              </a:lnSpc>
              <a:buFont typeface="Arial"/>
              <a:buChar char="•"/>
            </a:pPr>
            <a:r>
              <a:rPr lang="en-US" sz="1400" i="true">
                <a:solidFill>
                  <a:srgbClr val="2E2E2E"/>
                </a:solidFill>
                <a:latin typeface="Poppins Italics"/>
                <a:ea typeface="Poppins Italics"/>
                <a:cs typeface="Poppins Italics"/>
                <a:sym typeface="Poppins Italics"/>
              </a:rPr>
              <a:t>Mistakes are part of learning</a:t>
            </a:r>
          </a:p>
          <a:p>
            <a:pPr algn="l" marL="302261" indent="-151130" lvl="1">
              <a:lnSpc>
                <a:spcPts val="1624"/>
              </a:lnSpc>
              <a:buFont typeface="Arial"/>
              <a:buChar char="•"/>
            </a:pPr>
            <a:r>
              <a:rPr lang="en-US" sz="1400" i="true">
                <a:solidFill>
                  <a:srgbClr val="2E2E2E"/>
                </a:solidFill>
                <a:latin typeface="Poppins Italics"/>
                <a:ea typeface="Poppins Italics"/>
                <a:cs typeface="Poppins Italics"/>
                <a:sym typeface="Poppins Italics"/>
              </a:rPr>
              <a:t>They help us grow and improve</a:t>
            </a:r>
          </a:p>
          <a:p>
            <a:pPr algn="l" marL="302261" indent="-151130" lvl="1">
              <a:lnSpc>
                <a:spcPts val="1624"/>
              </a:lnSpc>
              <a:buFont typeface="Arial"/>
              <a:buChar char="•"/>
            </a:pPr>
            <a:r>
              <a:rPr lang="en-US" sz="1400" i="true">
                <a:solidFill>
                  <a:srgbClr val="2E2E2E"/>
                </a:solidFill>
                <a:latin typeface="Poppins Italics"/>
                <a:ea typeface="Poppins Italics"/>
                <a:cs typeface="Poppins Italics"/>
                <a:sym typeface="Poppins Italics"/>
              </a:rPr>
              <a:t>Learning encourages resilience</a:t>
            </a:r>
          </a:p>
        </p:txBody>
      </p:sp>
      <p:sp>
        <p:nvSpPr>
          <p:cNvPr name="Freeform 12" id="12"/>
          <p:cNvSpPr/>
          <p:nvPr/>
        </p:nvSpPr>
        <p:spPr>
          <a:xfrm flipH="false" flipV="false" rot="-2980882">
            <a:off x="4951243" y="572205"/>
            <a:ext cx="930324" cy="1117201"/>
          </a:xfrm>
          <a:custGeom>
            <a:avLst/>
            <a:gdLst/>
            <a:ahLst/>
            <a:cxnLst/>
            <a:rect r="r" b="b" t="t" l="l"/>
            <a:pathLst>
              <a:path h="1117201" w="930324">
                <a:moveTo>
                  <a:pt x="0" y="0"/>
                </a:moveTo>
                <a:lnTo>
                  <a:pt x="930324" y="0"/>
                </a:lnTo>
                <a:lnTo>
                  <a:pt x="930324" y="1117201"/>
                </a:lnTo>
                <a:lnTo>
                  <a:pt x="0" y="11172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6871728" y="6945221"/>
            <a:ext cx="3660818" cy="1026287"/>
          </a:xfrm>
          <a:prstGeom prst="rect">
            <a:avLst/>
          </a:prstGeom>
        </p:spPr>
        <p:txBody>
          <a:bodyPr anchor="t" rtlCol="false" tIns="0" lIns="0" bIns="0" rIns="0">
            <a:spAutoFit/>
          </a:bodyPr>
          <a:lstStyle/>
          <a:p>
            <a:pPr algn="l">
              <a:lnSpc>
                <a:spcPts val="1624"/>
              </a:lnSpc>
            </a:pPr>
            <a:r>
              <a:rPr lang="en-US" sz="1400">
                <a:solidFill>
                  <a:srgbClr val="2E2E2E"/>
                </a:solidFill>
                <a:latin typeface="Poppins"/>
                <a:ea typeface="Poppins"/>
                <a:cs typeface="Poppins"/>
                <a:sym typeface="Poppins"/>
              </a:rPr>
              <a:t>Lorem ipsum dolor sit amet, consectetur adipiscing elit, sed do eiusmod tempor incididunt ut labore et dolore magna aliqua. Ut enim ad minim veniam, quis nostrud exercitation ull</a:t>
            </a:r>
            <a:r>
              <a:rPr lang="en-US" sz="1400">
                <a:solidFill>
                  <a:srgbClr val="2E2E2E"/>
                </a:solidFill>
                <a:latin typeface="Poppins"/>
                <a:ea typeface="Poppins"/>
                <a:cs typeface="Poppins"/>
                <a:sym typeface="Poppins"/>
              </a:rPr>
              <a:t>amco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5394313"/>
            <a:ext cx="4094188" cy="6526966"/>
          </a:xfrm>
          <a:custGeom>
            <a:avLst/>
            <a:gdLst/>
            <a:ahLst/>
            <a:cxnLst/>
            <a:rect r="r" b="b" t="t" l="l"/>
            <a:pathLst>
              <a:path h="6526966" w="4094188">
                <a:moveTo>
                  <a:pt x="0" y="0"/>
                </a:moveTo>
                <a:lnTo>
                  <a:pt x="4094188" y="0"/>
                </a:lnTo>
                <a:lnTo>
                  <a:pt x="4094188" y="6526966"/>
                </a:lnTo>
                <a:lnTo>
                  <a:pt x="0" y="65269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093215" y="5589666"/>
            <a:ext cx="5016023" cy="7337268"/>
          </a:xfrm>
          <a:custGeom>
            <a:avLst/>
            <a:gdLst/>
            <a:ahLst/>
            <a:cxnLst/>
            <a:rect r="r" b="b" t="t" l="l"/>
            <a:pathLst>
              <a:path h="7337268" w="5016023">
                <a:moveTo>
                  <a:pt x="0" y="0"/>
                </a:moveTo>
                <a:lnTo>
                  <a:pt x="5016023" y="0"/>
                </a:lnTo>
                <a:lnTo>
                  <a:pt x="5016023" y="7337268"/>
                </a:lnTo>
                <a:lnTo>
                  <a:pt x="0" y="73372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672596" y="5747544"/>
            <a:ext cx="5741646" cy="5167481"/>
          </a:xfrm>
          <a:custGeom>
            <a:avLst/>
            <a:gdLst/>
            <a:ahLst/>
            <a:cxnLst/>
            <a:rect r="r" b="b" t="t" l="l"/>
            <a:pathLst>
              <a:path h="5167481" w="5741646">
                <a:moveTo>
                  <a:pt x="0" y="0"/>
                </a:moveTo>
                <a:lnTo>
                  <a:pt x="5741646" y="0"/>
                </a:lnTo>
                <a:lnTo>
                  <a:pt x="5741646" y="5167481"/>
                </a:lnTo>
                <a:lnTo>
                  <a:pt x="0" y="51674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1028700" y="1181100"/>
            <a:ext cx="4360764" cy="2006431"/>
          </a:xfrm>
          <a:prstGeom prst="rect">
            <a:avLst/>
          </a:prstGeom>
        </p:spPr>
        <p:txBody>
          <a:bodyPr anchor="t" rtlCol="false" tIns="0" lIns="0" bIns="0" rIns="0">
            <a:spAutoFit/>
          </a:bodyPr>
          <a:lstStyle/>
          <a:p>
            <a:pPr algn="l">
              <a:lnSpc>
                <a:spcPts val="7739"/>
              </a:lnSpc>
            </a:pPr>
            <a:r>
              <a:rPr lang="en-US" sz="7739">
                <a:solidFill>
                  <a:srgbClr val="2E2E2E"/>
                </a:solidFill>
                <a:latin typeface="Comic Sans"/>
                <a:ea typeface="Comic Sans"/>
                <a:cs typeface="Comic Sans"/>
                <a:sym typeface="Comic Sans"/>
              </a:rPr>
              <a:t>Lifelong </a:t>
            </a:r>
            <a:r>
              <a:rPr lang="en-US" sz="7739">
                <a:solidFill>
                  <a:srgbClr val="2E2E2E"/>
                </a:solidFill>
                <a:latin typeface="Comic Sans"/>
                <a:ea typeface="Comic Sans"/>
                <a:cs typeface="Comic Sans"/>
                <a:sym typeface="Comic Sans"/>
              </a:rPr>
              <a:t>Learning</a:t>
            </a:r>
          </a:p>
        </p:txBody>
      </p:sp>
      <p:sp>
        <p:nvSpPr>
          <p:cNvPr name="TextBox 6" id="6"/>
          <p:cNvSpPr txBox="true"/>
          <p:nvPr/>
        </p:nvSpPr>
        <p:spPr>
          <a:xfrm rot="0">
            <a:off x="13930317" y="1442911"/>
            <a:ext cx="3026172" cy="222074"/>
          </a:xfrm>
          <a:prstGeom prst="rect">
            <a:avLst/>
          </a:prstGeom>
        </p:spPr>
        <p:txBody>
          <a:bodyPr anchor="t" rtlCol="false" tIns="0" lIns="0" bIns="0" rIns="0">
            <a:spAutoFit/>
          </a:bodyPr>
          <a:lstStyle/>
          <a:p>
            <a:pPr algn="l">
              <a:lnSpc>
                <a:spcPts val="1659"/>
              </a:lnSpc>
            </a:pPr>
            <a:r>
              <a:rPr lang="en-US" sz="1659">
                <a:solidFill>
                  <a:srgbClr val="2E2E2E"/>
                </a:solidFill>
                <a:latin typeface="Comic Sans"/>
                <a:ea typeface="Comic Sans"/>
                <a:cs typeface="Comic Sans"/>
                <a:sym typeface="Comic Sans"/>
              </a:rPr>
              <a:t>03</a:t>
            </a:r>
          </a:p>
        </p:txBody>
      </p:sp>
      <p:sp>
        <p:nvSpPr>
          <p:cNvPr name="TextBox 7" id="7"/>
          <p:cNvSpPr txBox="true"/>
          <p:nvPr/>
        </p:nvSpPr>
        <p:spPr>
          <a:xfrm rot="0">
            <a:off x="13930317" y="1775608"/>
            <a:ext cx="2677374" cy="1426337"/>
          </a:xfrm>
          <a:prstGeom prst="rect">
            <a:avLst/>
          </a:prstGeom>
        </p:spPr>
        <p:txBody>
          <a:bodyPr anchor="t" rtlCol="false" tIns="0" lIns="0" bIns="0" rIns="0">
            <a:spAutoFit/>
          </a:bodyPr>
          <a:lstStyle/>
          <a:p>
            <a:pPr algn="l">
              <a:lnSpc>
                <a:spcPts val="1624"/>
              </a:lnSpc>
            </a:pPr>
            <a:r>
              <a:rPr lang="en-US" sz="1400">
                <a:solidFill>
                  <a:srgbClr val="2E2E2E"/>
                </a:solidFill>
                <a:latin typeface="Poppins"/>
                <a:ea typeface="Poppins"/>
                <a:cs typeface="Poppins"/>
                <a:sym typeface="Poppins"/>
              </a:rPr>
              <a:t>Lorem ipsum dolor sit amet, consectetur adipiscing elit, sed do eiusmod tempor incididunt ut labore et dolore magna aliqua. Ut enim ad minim veniam, quis nostrud exercitation ull</a:t>
            </a:r>
            <a:r>
              <a:rPr lang="en-US" sz="1400">
                <a:solidFill>
                  <a:srgbClr val="2E2E2E"/>
                </a:solidFill>
                <a:latin typeface="Poppins"/>
                <a:ea typeface="Poppins"/>
                <a:cs typeface="Poppins"/>
                <a:sym typeface="Poppins"/>
              </a:rPr>
              <a:t>amco </a:t>
            </a:r>
          </a:p>
        </p:txBody>
      </p:sp>
      <p:sp>
        <p:nvSpPr>
          <p:cNvPr name="TextBox 8" id="8"/>
          <p:cNvSpPr txBox="true"/>
          <p:nvPr/>
        </p:nvSpPr>
        <p:spPr>
          <a:xfrm rot="0">
            <a:off x="7801773" y="1442911"/>
            <a:ext cx="3026172" cy="222074"/>
          </a:xfrm>
          <a:prstGeom prst="rect">
            <a:avLst/>
          </a:prstGeom>
        </p:spPr>
        <p:txBody>
          <a:bodyPr anchor="t" rtlCol="false" tIns="0" lIns="0" bIns="0" rIns="0">
            <a:spAutoFit/>
          </a:bodyPr>
          <a:lstStyle/>
          <a:p>
            <a:pPr algn="l">
              <a:lnSpc>
                <a:spcPts val="1659"/>
              </a:lnSpc>
            </a:pPr>
            <a:r>
              <a:rPr lang="en-US" sz="1659">
                <a:solidFill>
                  <a:srgbClr val="2E2E2E"/>
                </a:solidFill>
                <a:latin typeface="Comic Sans"/>
                <a:ea typeface="Comic Sans"/>
                <a:cs typeface="Comic Sans"/>
                <a:sym typeface="Comic Sans"/>
              </a:rPr>
              <a:t>01</a:t>
            </a:r>
          </a:p>
        </p:txBody>
      </p:sp>
      <p:sp>
        <p:nvSpPr>
          <p:cNvPr name="TextBox 9" id="9"/>
          <p:cNvSpPr txBox="true"/>
          <p:nvPr/>
        </p:nvSpPr>
        <p:spPr>
          <a:xfrm rot="0">
            <a:off x="7801773" y="1775608"/>
            <a:ext cx="2677374" cy="1426337"/>
          </a:xfrm>
          <a:prstGeom prst="rect">
            <a:avLst/>
          </a:prstGeom>
        </p:spPr>
        <p:txBody>
          <a:bodyPr anchor="t" rtlCol="false" tIns="0" lIns="0" bIns="0" rIns="0">
            <a:spAutoFit/>
          </a:bodyPr>
          <a:lstStyle/>
          <a:p>
            <a:pPr algn="l">
              <a:lnSpc>
                <a:spcPts val="1624"/>
              </a:lnSpc>
            </a:pPr>
            <a:r>
              <a:rPr lang="en-US" sz="1400">
                <a:solidFill>
                  <a:srgbClr val="2E2E2E"/>
                </a:solidFill>
                <a:latin typeface="Poppins"/>
                <a:ea typeface="Poppins"/>
                <a:cs typeface="Poppins"/>
                <a:sym typeface="Poppins"/>
              </a:rPr>
              <a:t>Lorem ipsum dolor sit amet, consectetur adipiscing elit, sed do eiusmod tempor incididunt ut labore et dolore magna aliqua. Ut enim ad minim veniam, quis nostrud exercitation ull</a:t>
            </a:r>
            <a:r>
              <a:rPr lang="en-US" sz="1400">
                <a:solidFill>
                  <a:srgbClr val="2E2E2E"/>
                </a:solidFill>
                <a:latin typeface="Poppins"/>
                <a:ea typeface="Poppins"/>
                <a:cs typeface="Poppins"/>
                <a:sym typeface="Poppins"/>
              </a:rPr>
              <a:t>amco </a:t>
            </a:r>
          </a:p>
        </p:txBody>
      </p:sp>
      <p:sp>
        <p:nvSpPr>
          <p:cNvPr name="TextBox 10" id="10"/>
          <p:cNvSpPr txBox="true"/>
          <p:nvPr/>
        </p:nvSpPr>
        <p:spPr>
          <a:xfrm rot="0">
            <a:off x="10866045" y="1442911"/>
            <a:ext cx="3026172" cy="222074"/>
          </a:xfrm>
          <a:prstGeom prst="rect">
            <a:avLst/>
          </a:prstGeom>
        </p:spPr>
        <p:txBody>
          <a:bodyPr anchor="t" rtlCol="false" tIns="0" lIns="0" bIns="0" rIns="0">
            <a:spAutoFit/>
          </a:bodyPr>
          <a:lstStyle/>
          <a:p>
            <a:pPr algn="l">
              <a:lnSpc>
                <a:spcPts val="1659"/>
              </a:lnSpc>
            </a:pPr>
            <a:r>
              <a:rPr lang="en-US" sz="1659">
                <a:solidFill>
                  <a:srgbClr val="2E2E2E"/>
                </a:solidFill>
                <a:latin typeface="Comic Sans"/>
                <a:ea typeface="Comic Sans"/>
                <a:cs typeface="Comic Sans"/>
                <a:sym typeface="Comic Sans"/>
              </a:rPr>
              <a:t>02</a:t>
            </a:r>
          </a:p>
        </p:txBody>
      </p:sp>
      <p:sp>
        <p:nvSpPr>
          <p:cNvPr name="TextBox 11" id="11"/>
          <p:cNvSpPr txBox="true"/>
          <p:nvPr/>
        </p:nvSpPr>
        <p:spPr>
          <a:xfrm rot="0">
            <a:off x="10866045" y="1775608"/>
            <a:ext cx="2677374" cy="1426337"/>
          </a:xfrm>
          <a:prstGeom prst="rect">
            <a:avLst/>
          </a:prstGeom>
        </p:spPr>
        <p:txBody>
          <a:bodyPr anchor="t" rtlCol="false" tIns="0" lIns="0" bIns="0" rIns="0">
            <a:spAutoFit/>
          </a:bodyPr>
          <a:lstStyle/>
          <a:p>
            <a:pPr algn="l">
              <a:lnSpc>
                <a:spcPts val="1624"/>
              </a:lnSpc>
            </a:pPr>
            <a:r>
              <a:rPr lang="en-US" sz="1400">
                <a:solidFill>
                  <a:srgbClr val="2E2E2E"/>
                </a:solidFill>
                <a:latin typeface="Poppins"/>
                <a:ea typeface="Poppins"/>
                <a:cs typeface="Poppins"/>
                <a:sym typeface="Poppins"/>
              </a:rPr>
              <a:t>Lorem ipsum dolor sit amet, consectetur adipiscing elit, sed do eiusmod tempor incididunt ut labore et dolore magna aliqua. Ut enim ad minim veniam, quis nostrud exercitation ull</a:t>
            </a:r>
            <a:r>
              <a:rPr lang="en-US" sz="1400">
                <a:solidFill>
                  <a:srgbClr val="2E2E2E"/>
                </a:solidFill>
                <a:latin typeface="Poppins"/>
                <a:ea typeface="Poppins"/>
                <a:cs typeface="Poppins"/>
                <a:sym typeface="Poppins"/>
              </a:rPr>
              <a:t>amco </a:t>
            </a:r>
          </a:p>
        </p:txBody>
      </p:sp>
      <p:sp>
        <p:nvSpPr>
          <p:cNvPr name="TextBox 12" id="12"/>
          <p:cNvSpPr txBox="true"/>
          <p:nvPr/>
        </p:nvSpPr>
        <p:spPr>
          <a:xfrm rot="0">
            <a:off x="1028700" y="3699199"/>
            <a:ext cx="3858575" cy="631571"/>
          </a:xfrm>
          <a:prstGeom prst="rect">
            <a:avLst/>
          </a:prstGeom>
        </p:spPr>
        <p:txBody>
          <a:bodyPr anchor="t" rtlCol="false" tIns="0" lIns="0" bIns="0" rIns="0">
            <a:spAutoFit/>
          </a:bodyPr>
          <a:lstStyle/>
          <a:p>
            <a:pPr algn="l" marL="314399" indent="-157200" lvl="1">
              <a:lnSpc>
                <a:spcPts val="1689"/>
              </a:lnSpc>
              <a:buFont typeface="Arial"/>
              <a:buChar char="•"/>
            </a:pPr>
            <a:r>
              <a:rPr lang="en-US" sz="1456" i="true">
                <a:solidFill>
                  <a:srgbClr val="2E2E2E"/>
                </a:solidFill>
                <a:latin typeface="Poppins Italics"/>
                <a:ea typeface="Poppins Italics"/>
                <a:cs typeface="Poppins Italics"/>
                <a:sym typeface="Poppins Italics"/>
              </a:rPr>
              <a:t>Learning does not stop after school</a:t>
            </a:r>
          </a:p>
          <a:p>
            <a:pPr algn="l" marL="314399" indent="-157200" lvl="1">
              <a:lnSpc>
                <a:spcPts val="1689"/>
              </a:lnSpc>
              <a:buFont typeface="Arial"/>
              <a:buChar char="•"/>
            </a:pPr>
            <a:r>
              <a:rPr lang="en-US" sz="1456" i="true">
                <a:solidFill>
                  <a:srgbClr val="2E2E2E"/>
                </a:solidFill>
                <a:latin typeface="Poppins Italics"/>
                <a:ea typeface="Poppins Italics"/>
                <a:cs typeface="Poppins Italics"/>
                <a:sym typeface="Poppins Italics"/>
              </a:rPr>
              <a:t>Continuous learning helps us adapt</a:t>
            </a:r>
          </a:p>
          <a:p>
            <a:pPr algn="l" marL="314399" indent="-157200" lvl="1">
              <a:lnSpc>
                <a:spcPts val="1689"/>
              </a:lnSpc>
              <a:buFont typeface="Arial"/>
              <a:buChar char="•"/>
            </a:pPr>
            <a:r>
              <a:rPr lang="en-US" sz="1456" i="true">
                <a:solidFill>
                  <a:srgbClr val="2E2E2E"/>
                </a:solidFill>
                <a:latin typeface="Poppins Italics"/>
                <a:ea typeface="Poppins Italics"/>
                <a:cs typeface="Poppins Italics"/>
                <a:sym typeface="Poppins Italics"/>
              </a:rPr>
              <a:t>Lifelong learning supports success</a:t>
            </a:r>
          </a:p>
        </p:txBody>
      </p:sp>
      <p:sp>
        <p:nvSpPr>
          <p:cNvPr name="Freeform 13" id="13"/>
          <p:cNvSpPr/>
          <p:nvPr/>
        </p:nvSpPr>
        <p:spPr>
          <a:xfrm flipH="false" flipV="false" rot="-2980882">
            <a:off x="4628053" y="390282"/>
            <a:ext cx="930324" cy="1117201"/>
          </a:xfrm>
          <a:custGeom>
            <a:avLst/>
            <a:gdLst/>
            <a:ahLst/>
            <a:cxnLst/>
            <a:rect r="r" b="b" t="t" l="l"/>
            <a:pathLst>
              <a:path h="1117201" w="930324">
                <a:moveTo>
                  <a:pt x="0" y="0"/>
                </a:moveTo>
                <a:lnTo>
                  <a:pt x="930324" y="0"/>
                </a:lnTo>
                <a:lnTo>
                  <a:pt x="930324" y="1117201"/>
                </a:lnTo>
                <a:lnTo>
                  <a:pt x="0" y="11172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8852248" y="1201948"/>
            <a:ext cx="5692372" cy="6032379"/>
          </a:xfrm>
          <a:custGeom>
            <a:avLst/>
            <a:gdLst/>
            <a:ahLst/>
            <a:cxnLst/>
            <a:rect r="r" b="b" t="t" l="l"/>
            <a:pathLst>
              <a:path h="6032379" w="5692372">
                <a:moveTo>
                  <a:pt x="0" y="0"/>
                </a:moveTo>
                <a:lnTo>
                  <a:pt x="5692372" y="0"/>
                </a:lnTo>
                <a:lnTo>
                  <a:pt x="5692372" y="6032379"/>
                </a:lnTo>
                <a:lnTo>
                  <a:pt x="0" y="60323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3563597"/>
            <a:ext cx="6258330" cy="3670730"/>
          </a:xfrm>
          <a:prstGeom prst="rect">
            <a:avLst/>
          </a:prstGeom>
        </p:spPr>
        <p:txBody>
          <a:bodyPr anchor="t" rtlCol="false" tIns="0" lIns="0" bIns="0" rIns="0">
            <a:spAutoFit/>
          </a:bodyPr>
          <a:lstStyle/>
          <a:p>
            <a:pPr algn="l">
              <a:lnSpc>
                <a:spcPts val="9494"/>
              </a:lnSpc>
            </a:pPr>
            <a:r>
              <a:rPr lang="en-US" sz="9494">
                <a:solidFill>
                  <a:srgbClr val="2E2E2E"/>
                </a:solidFill>
                <a:latin typeface="Comic Sans"/>
                <a:ea typeface="Comic Sans"/>
                <a:cs typeface="Comic Sans"/>
                <a:sym typeface="Comic Sans"/>
              </a:rPr>
              <a:t>How to Be a Better </a:t>
            </a:r>
            <a:r>
              <a:rPr lang="en-US" sz="9494">
                <a:solidFill>
                  <a:srgbClr val="2E2E2E"/>
                </a:solidFill>
                <a:latin typeface="Comic Sans"/>
                <a:ea typeface="Comic Sans"/>
                <a:cs typeface="Comic Sans"/>
                <a:sym typeface="Comic Sans"/>
              </a:rPr>
              <a:t>Learner</a:t>
            </a:r>
          </a:p>
        </p:txBody>
      </p:sp>
      <p:sp>
        <p:nvSpPr>
          <p:cNvPr name="TextBox 4" id="4"/>
          <p:cNvSpPr txBox="true"/>
          <p:nvPr/>
        </p:nvSpPr>
        <p:spPr>
          <a:xfrm rot="0">
            <a:off x="1028700" y="7597280"/>
            <a:ext cx="2677374" cy="1426337"/>
          </a:xfrm>
          <a:prstGeom prst="rect">
            <a:avLst/>
          </a:prstGeom>
        </p:spPr>
        <p:txBody>
          <a:bodyPr anchor="t" rtlCol="false" tIns="0" lIns="0" bIns="0" rIns="0">
            <a:spAutoFit/>
          </a:bodyPr>
          <a:lstStyle/>
          <a:p>
            <a:pPr algn="l">
              <a:lnSpc>
                <a:spcPts val="1624"/>
              </a:lnSpc>
            </a:pPr>
            <a:r>
              <a:rPr lang="en-US" sz="1400">
                <a:solidFill>
                  <a:srgbClr val="2E2E2E"/>
                </a:solidFill>
                <a:latin typeface="Poppins"/>
                <a:ea typeface="Poppins"/>
                <a:cs typeface="Poppins"/>
                <a:sym typeface="Poppins"/>
              </a:rPr>
              <a:t>Lorem ipsum dolor sit amet, consectetur adipiscing elit, sed do eiusmod tempor incididunt ut labore et dolore magna aliqua. Ut enim ad minim veniam, quis nostrud exercitation ull</a:t>
            </a:r>
            <a:r>
              <a:rPr lang="en-US" sz="1400">
                <a:solidFill>
                  <a:srgbClr val="2E2E2E"/>
                </a:solidFill>
                <a:latin typeface="Poppins"/>
                <a:ea typeface="Poppins"/>
                <a:cs typeface="Poppins"/>
                <a:sym typeface="Poppins"/>
              </a:rPr>
              <a:t>amco </a:t>
            </a:r>
          </a:p>
        </p:txBody>
      </p:sp>
      <p:sp>
        <p:nvSpPr>
          <p:cNvPr name="TextBox 5" id="5"/>
          <p:cNvSpPr txBox="true"/>
          <p:nvPr/>
        </p:nvSpPr>
        <p:spPr>
          <a:xfrm rot="0">
            <a:off x="4092972" y="7597280"/>
            <a:ext cx="2677374" cy="1426337"/>
          </a:xfrm>
          <a:prstGeom prst="rect">
            <a:avLst/>
          </a:prstGeom>
        </p:spPr>
        <p:txBody>
          <a:bodyPr anchor="t" rtlCol="false" tIns="0" lIns="0" bIns="0" rIns="0">
            <a:spAutoFit/>
          </a:bodyPr>
          <a:lstStyle/>
          <a:p>
            <a:pPr algn="l">
              <a:lnSpc>
                <a:spcPts val="1624"/>
              </a:lnSpc>
            </a:pPr>
            <a:r>
              <a:rPr lang="en-US" sz="1400">
                <a:solidFill>
                  <a:srgbClr val="2E2E2E"/>
                </a:solidFill>
                <a:latin typeface="Poppins"/>
                <a:ea typeface="Poppins"/>
                <a:cs typeface="Poppins"/>
                <a:sym typeface="Poppins"/>
              </a:rPr>
              <a:t>Lorem ipsum dolor sit amet, consectetur adipiscing elit, sed do eiusmod tempor incididunt ut labore et dolore magna aliqua. Ut enim ad minim veniam, quis nostrud exercitation ull</a:t>
            </a:r>
            <a:r>
              <a:rPr lang="en-US" sz="1400">
                <a:solidFill>
                  <a:srgbClr val="2E2E2E"/>
                </a:solidFill>
                <a:latin typeface="Poppins"/>
                <a:ea typeface="Poppins"/>
                <a:cs typeface="Poppins"/>
                <a:sym typeface="Poppins"/>
              </a:rPr>
              <a:t>amco </a:t>
            </a:r>
          </a:p>
        </p:txBody>
      </p:sp>
      <p:sp>
        <p:nvSpPr>
          <p:cNvPr name="TextBox 6" id="6"/>
          <p:cNvSpPr txBox="true"/>
          <p:nvPr/>
        </p:nvSpPr>
        <p:spPr>
          <a:xfrm rot="0">
            <a:off x="1028700" y="2222512"/>
            <a:ext cx="2550928" cy="1160110"/>
          </a:xfrm>
          <a:prstGeom prst="rect">
            <a:avLst/>
          </a:prstGeom>
        </p:spPr>
        <p:txBody>
          <a:bodyPr anchor="t" rtlCol="false" tIns="0" lIns="0" bIns="0" rIns="0">
            <a:spAutoFit/>
          </a:bodyPr>
          <a:lstStyle/>
          <a:p>
            <a:pPr algn="l">
              <a:lnSpc>
                <a:spcPts val="2298"/>
              </a:lnSpc>
            </a:pPr>
            <a:r>
              <a:rPr lang="en-US" sz="1981">
                <a:solidFill>
                  <a:srgbClr val="2E2E2E"/>
                </a:solidFill>
                <a:latin typeface="Poppins"/>
                <a:ea typeface="Poppins"/>
                <a:cs typeface="Poppins"/>
                <a:sym typeface="Poppins"/>
              </a:rPr>
              <a:t>Stay curious</a:t>
            </a:r>
          </a:p>
          <a:p>
            <a:pPr algn="l">
              <a:lnSpc>
                <a:spcPts val="2298"/>
              </a:lnSpc>
            </a:pPr>
            <a:r>
              <a:rPr lang="en-US" sz="1981">
                <a:solidFill>
                  <a:srgbClr val="2E2E2E"/>
                </a:solidFill>
                <a:latin typeface="Poppins"/>
                <a:ea typeface="Poppins"/>
                <a:cs typeface="Poppins"/>
                <a:sym typeface="Poppins"/>
              </a:rPr>
              <a:t>Ask questions</a:t>
            </a:r>
          </a:p>
          <a:p>
            <a:pPr algn="l">
              <a:lnSpc>
                <a:spcPts val="2298"/>
              </a:lnSpc>
            </a:pPr>
            <a:r>
              <a:rPr lang="en-US" sz="1981">
                <a:solidFill>
                  <a:srgbClr val="2E2E2E"/>
                </a:solidFill>
                <a:latin typeface="Poppins"/>
                <a:ea typeface="Poppins"/>
                <a:cs typeface="Poppins"/>
                <a:sym typeface="Poppins"/>
              </a:rPr>
              <a:t>Practice regularly</a:t>
            </a:r>
          </a:p>
          <a:p>
            <a:pPr algn="l">
              <a:lnSpc>
                <a:spcPts val="2298"/>
              </a:lnSpc>
            </a:pPr>
            <a:r>
              <a:rPr lang="en-US" sz="1981">
                <a:solidFill>
                  <a:srgbClr val="2E2E2E"/>
                </a:solidFill>
                <a:latin typeface="Poppins"/>
                <a:ea typeface="Poppins"/>
                <a:cs typeface="Poppins"/>
                <a:sym typeface="Poppins"/>
              </a:rPr>
              <a:t>Stay motivated</a:t>
            </a:r>
          </a:p>
        </p:txBody>
      </p:sp>
      <p:sp>
        <p:nvSpPr>
          <p:cNvPr name="TextBox 7" id="7"/>
          <p:cNvSpPr txBox="true"/>
          <p:nvPr/>
        </p:nvSpPr>
        <p:spPr>
          <a:xfrm rot="0">
            <a:off x="8852248" y="7727118"/>
            <a:ext cx="7943680" cy="1147613"/>
          </a:xfrm>
          <a:prstGeom prst="rect">
            <a:avLst/>
          </a:prstGeom>
        </p:spPr>
        <p:txBody>
          <a:bodyPr anchor="t" rtlCol="false" tIns="0" lIns="0" bIns="0" rIns="0">
            <a:spAutoFit/>
          </a:bodyPr>
          <a:lstStyle/>
          <a:p>
            <a:pPr algn="l">
              <a:lnSpc>
                <a:spcPts val="1845"/>
              </a:lnSpc>
              <a:spcBef>
                <a:spcPct val="0"/>
              </a:spcBef>
            </a:pPr>
            <a:r>
              <a:rPr lang="en-US" sz="1318">
                <a:solidFill>
                  <a:srgbClr val="525252"/>
                </a:solidFill>
                <a:latin typeface="Poppins"/>
                <a:ea typeface="Poppins"/>
                <a:cs typeface="Poppins"/>
                <a:sym typeface="Poppi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
        <p:nvSpPr>
          <p:cNvPr name="Freeform 8" id="8"/>
          <p:cNvSpPr/>
          <p:nvPr/>
        </p:nvSpPr>
        <p:spPr>
          <a:xfrm flipH="false" flipV="false" rot="-2980882">
            <a:off x="6521653" y="2707257"/>
            <a:ext cx="930324" cy="1117201"/>
          </a:xfrm>
          <a:custGeom>
            <a:avLst/>
            <a:gdLst/>
            <a:ahLst/>
            <a:cxnLst/>
            <a:rect r="r" b="b" t="t" l="l"/>
            <a:pathLst>
              <a:path h="1117201" w="930324">
                <a:moveTo>
                  <a:pt x="0" y="0"/>
                </a:moveTo>
                <a:lnTo>
                  <a:pt x="930324" y="0"/>
                </a:lnTo>
                <a:lnTo>
                  <a:pt x="930324" y="1117201"/>
                </a:lnTo>
                <a:lnTo>
                  <a:pt x="0" y="11172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true" flipV="false" rot="0">
            <a:off x="13461019" y="3807187"/>
            <a:ext cx="3861190" cy="8563122"/>
          </a:xfrm>
          <a:custGeom>
            <a:avLst/>
            <a:gdLst/>
            <a:ahLst/>
            <a:cxnLst/>
            <a:rect r="r" b="b" t="t" l="l"/>
            <a:pathLst>
              <a:path h="8563122" w="3861190">
                <a:moveTo>
                  <a:pt x="3861190" y="0"/>
                </a:moveTo>
                <a:lnTo>
                  <a:pt x="0" y="0"/>
                </a:lnTo>
                <a:lnTo>
                  <a:pt x="0" y="8563122"/>
                </a:lnTo>
                <a:lnTo>
                  <a:pt x="3861190" y="8563122"/>
                </a:lnTo>
                <a:lnTo>
                  <a:pt x="386119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0026274" y="3807187"/>
            <a:ext cx="3967438" cy="9207134"/>
          </a:xfrm>
          <a:custGeom>
            <a:avLst/>
            <a:gdLst/>
            <a:ahLst/>
            <a:cxnLst/>
            <a:rect r="r" b="b" t="t" l="l"/>
            <a:pathLst>
              <a:path h="9207134" w="3967438">
                <a:moveTo>
                  <a:pt x="3967438" y="0"/>
                </a:moveTo>
                <a:lnTo>
                  <a:pt x="0" y="0"/>
                </a:lnTo>
                <a:lnTo>
                  <a:pt x="0" y="9207133"/>
                </a:lnTo>
                <a:lnTo>
                  <a:pt x="3967438" y="9207133"/>
                </a:lnTo>
                <a:lnTo>
                  <a:pt x="396743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28700" y="4541079"/>
            <a:ext cx="6258330" cy="1263696"/>
          </a:xfrm>
          <a:prstGeom prst="rect">
            <a:avLst/>
          </a:prstGeom>
        </p:spPr>
        <p:txBody>
          <a:bodyPr anchor="t" rtlCol="false" tIns="0" lIns="0" bIns="0" rIns="0">
            <a:spAutoFit/>
          </a:bodyPr>
          <a:lstStyle/>
          <a:p>
            <a:pPr algn="l">
              <a:lnSpc>
                <a:spcPts val="9494"/>
              </a:lnSpc>
            </a:pPr>
            <a:r>
              <a:rPr lang="en-US" sz="9494">
                <a:solidFill>
                  <a:srgbClr val="2E2E2E"/>
                </a:solidFill>
                <a:latin typeface="Comic Sans"/>
                <a:ea typeface="Comic Sans"/>
                <a:cs typeface="Comic Sans"/>
                <a:sym typeface="Comic Sans"/>
              </a:rPr>
              <a:t>Conclusio</a:t>
            </a:r>
            <a:r>
              <a:rPr lang="en-US" sz="9494">
                <a:solidFill>
                  <a:srgbClr val="2E2E2E"/>
                </a:solidFill>
                <a:latin typeface="Comic Sans"/>
                <a:ea typeface="Comic Sans"/>
                <a:cs typeface="Comic Sans"/>
                <a:sym typeface="Comic Sans"/>
              </a:rPr>
              <a:t>n</a:t>
            </a:r>
          </a:p>
        </p:txBody>
      </p:sp>
      <p:sp>
        <p:nvSpPr>
          <p:cNvPr name="TextBox 5" id="5"/>
          <p:cNvSpPr txBox="true"/>
          <p:nvPr/>
        </p:nvSpPr>
        <p:spPr>
          <a:xfrm rot="0">
            <a:off x="1028700" y="7597280"/>
            <a:ext cx="2677374" cy="1426337"/>
          </a:xfrm>
          <a:prstGeom prst="rect">
            <a:avLst/>
          </a:prstGeom>
        </p:spPr>
        <p:txBody>
          <a:bodyPr anchor="t" rtlCol="false" tIns="0" lIns="0" bIns="0" rIns="0">
            <a:spAutoFit/>
          </a:bodyPr>
          <a:lstStyle/>
          <a:p>
            <a:pPr algn="l">
              <a:lnSpc>
                <a:spcPts val="1624"/>
              </a:lnSpc>
            </a:pPr>
            <a:r>
              <a:rPr lang="en-US" sz="1400">
                <a:solidFill>
                  <a:srgbClr val="2E2E2E"/>
                </a:solidFill>
                <a:latin typeface="Poppins"/>
                <a:ea typeface="Poppins"/>
                <a:cs typeface="Poppins"/>
                <a:sym typeface="Poppins"/>
              </a:rPr>
              <a:t>Lorem ipsum dolor sit amet, consectetur adipiscing elit, sed do eiusmod tempor incididunt ut labore et dolore magna aliqua. Ut enim ad minim veniam, quis nostrud exercitation ull</a:t>
            </a:r>
            <a:r>
              <a:rPr lang="en-US" sz="1400">
                <a:solidFill>
                  <a:srgbClr val="2E2E2E"/>
                </a:solidFill>
                <a:latin typeface="Poppins"/>
                <a:ea typeface="Poppins"/>
                <a:cs typeface="Poppins"/>
                <a:sym typeface="Poppins"/>
              </a:rPr>
              <a:t>amco </a:t>
            </a:r>
          </a:p>
        </p:txBody>
      </p:sp>
      <p:sp>
        <p:nvSpPr>
          <p:cNvPr name="TextBox 6" id="6"/>
          <p:cNvSpPr txBox="true"/>
          <p:nvPr/>
        </p:nvSpPr>
        <p:spPr>
          <a:xfrm rot="0">
            <a:off x="1028700" y="7035666"/>
            <a:ext cx="1530445" cy="426212"/>
          </a:xfrm>
          <a:prstGeom prst="rect">
            <a:avLst/>
          </a:prstGeom>
        </p:spPr>
        <p:txBody>
          <a:bodyPr anchor="t" rtlCol="false" tIns="0" lIns="0" bIns="0" rIns="0">
            <a:spAutoFit/>
          </a:bodyPr>
          <a:lstStyle/>
          <a:p>
            <a:pPr algn="l">
              <a:lnSpc>
                <a:spcPts val="1624"/>
              </a:lnSpc>
            </a:pPr>
            <a:r>
              <a:rPr lang="en-US" sz="1400" b="true">
                <a:solidFill>
                  <a:srgbClr val="2E2E2E"/>
                </a:solidFill>
                <a:latin typeface="Poppins Bold"/>
                <a:ea typeface="Poppins Bold"/>
                <a:cs typeface="Poppins Bold"/>
                <a:sym typeface="Poppins Bold"/>
              </a:rPr>
              <a:t>Learning is a lifelong journey</a:t>
            </a:r>
          </a:p>
        </p:txBody>
      </p:sp>
      <p:sp>
        <p:nvSpPr>
          <p:cNvPr name="TextBox 7" id="7"/>
          <p:cNvSpPr txBox="true"/>
          <p:nvPr/>
        </p:nvSpPr>
        <p:spPr>
          <a:xfrm rot="0">
            <a:off x="4092972" y="7035666"/>
            <a:ext cx="1711360" cy="426212"/>
          </a:xfrm>
          <a:prstGeom prst="rect">
            <a:avLst/>
          </a:prstGeom>
        </p:spPr>
        <p:txBody>
          <a:bodyPr anchor="t" rtlCol="false" tIns="0" lIns="0" bIns="0" rIns="0">
            <a:spAutoFit/>
          </a:bodyPr>
          <a:lstStyle/>
          <a:p>
            <a:pPr algn="l">
              <a:lnSpc>
                <a:spcPts val="1624"/>
              </a:lnSpc>
            </a:pPr>
            <a:r>
              <a:rPr lang="en-US" sz="1400" b="true">
                <a:solidFill>
                  <a:srgbClr val="2E2E2E"/>
                </a:solidFill>
                <a:latin typeface="Poppins Bold"/>
                <a:ea typeface="Poppins Bold"/>
                <a:cs typeface="Poppins Bold"/>
                <a:sym typeface="Poppins Bold"/>
              </a:rPr>
              <a:t>Every experience is a lesson</a:t>
            </a:r>
          </a:p>
        </p:txBody>
      </p:sp>
      <p:sp>
        <p:nvSpPr>
          <p:cNvPr name="TextBox 8" id="8"/>
          <p:cNvSpPr txBox="true"/>
          <p:nvPr/>
        </p:nvSpPr>
        <p:spPr>
          <a:xfrm rot="0">
            <a:off x="7160871" y="7035666"/>
            <a:ext cx="1798698" cy="426212"/>
          </a:xfrm>
          <a:prstGeom prst="rect">
            <a:avLst/>
          </a:prstGeom>
        </p:spPr>
        <p:txBody>
          <a:bodyPr anchor="t" rtlCol="false" tIns="0" lIns="0" bIns="0" rIns="0">
            <a:spAutoFit/>
          </a:bodyPr>
          <a:lstStyle/>
          <a:p>
            <a:pPr algn="l">
              <a:lnSpc>
                <a:spcPts val="1624"/>
              </a:lnSpc>
            </a:pPr>
            <a:r>
              <a:rPr lang="en-US" sz="1400" b="true">
                <a:solidFill>
                  <a:srgbClr val="2E2E2E"/>
                </a:solidFill>
                <a:latin typeface="Poppins Bold"/>
                <a:ea typeface="Poppins Bold"/>
                <a:cs typeface="Poppins Bold"/>
                <a:sym typeface="Poppins Bold"/>
              </a:rPr>
              <a:t>Keep learning to grow and succeed</a:t>
            </a:r>
          </a:p>
        </p:txBody>
      </p:sp>
      <p:sp>
        <p:nvSpPr>
          <p:cNvPr name="TextBox 9" id="9"/>
          <p:cNvSpPr txBox="true"/>
          <p:nvPr/>
        </p:nvSpPr>
        <p:spPr>
          <a:xfrm rot="0">
            <a:off x="4092972" y="7597280"/>
            <a:ext cx="2677374" cy="1426337"/>
          </a:xfrm>
          <a:prstGeom prst="rect">
            <a:avLst/>
          </a:prstGeom>
        </p:spPr>
        <p:txBody>
          <a:bodyPr anchor="t" rtlCol="false" tIns="0" lIns="0" bIns="0" rIns="0">
            <a:spAutoFit/>
          </a:bodyPr>
          <a:lstStyle/>
          <a:p>
            <a:pPr algn="l">
              <a:lnSpc>
                <a:spcPts val="1624"/>
              </a:lnSpc>
            </a:pPr>
            <a:r>
              <a:rPr lang="en-US" sz="1400">
                <a:solidFill>
                  <a:srgbClr val="2E2E2E"/>
                </a:solidFill>
                <a:latin typeface="Poppins"/>
                <a:ea typeface="Poppins"/>
                <a:cs typeface="Poppins"/>
                <a:sym typeface="Poppins"/>
              </a:rPr>
              <a:t>Lorem ipsum dolor sit amet, consectetur adipiscing elit, sed do eiusmod tempor incididunt ut labore et dolore magna aliqua. Ut enim ad minim veniam, quis nostrud exercitation ull</a:t>
            </a:r>
            <a:r>
              <a:rPr lang="en-US" sz="1400">
                <a:solidFill>
                  <a:srgbClr val="2E2E2E"/>
                </a:solidFill>
                <a:latin typeface="Poppins"/>
                <a:ea typeface="Poppins"/>
                <a:cs typeface="Poppins"/>
                <a:sym typeface="Poppins"/>
              </a:rPr>
              <a:t>amco </a:t>
            </a:r>
          </a:p>
        </p:txBody>
      </p:sp>
      <p:sp>
        <p:nvSpPr>
          <p:cNvPr name="TextBox 10" id="10"/>
          <p:cNvSpPr txBox="true"/>
          <p:nvPr/>
        </p:nvSpPr>
        <p:spPr>
          <a:xfrm rot="0">
            <a:off x="7160871" y="7597280"/>
            <a:ext cx="2677374" cy="1426337"/>
          </a:xfrm>
          <a:prstGeom prst="rect">
            <a:avLst/>
          </a:prstGeom>
        </p:spPr>
        <p:txBody>
          <a:bodyPr anchor="t" rtlCol="false" tIns="0" lIns="0" bIns="0" rIns="0">
            <a:spAutoFit/>
          </a:bodyPr>
          <a:lstStyle/>
          <a:p>
            <a:pPr algn="l">
              <a:lnSpc>
                <a:spcPts val="1624"/>
              </a:lnSpc>
            </a:pPr>
            <a:r>
              <a:rPr lang="en-US" sz="1400">
                <a:solidFill>
                  <a:srgbClr val="2E2E2E"/>
                </a:solidFill>
                <a:latin typeface="Poppins"/>
                <a:ea typeface="Poppins"/>
                <a:cs typeface="Poppins"/>
                <a:sym typeface="Poppins"/>
              </a:rPr>
              <a:t>Lorem ipsum dolor sit amet, consectetur adipiscing elit, sed do eiusmod tempor incididunt ut labore et dolore magna aliqua. Ut enim ad minim veniam, quis nostrud exercitation ull</a:t>
            </a:r>
            <a:r>
              <a:rPr lang="en-US" sz="1400">
                <a:solidFill>
                  <a:srgbClr val="2E2E2E"/>
                </a:solidFill>
                <a:latin typeface="Poppins"/>
                <a:ea typeface="Poppins"/>
                <a:cs typeface="Poppins"/>
                <a:sym typeface="Poppins"/>
              </a:rPr>
              <a:t>amco </a:t>
            </a:r>
          </a:p>
        </p:txBody>
      </p:sp>
      <p:sp>
        <p:nvSpPr>
          <p:cNvPr name="TextBox 11" id="11"/>
          <p:cNvSpPr txBox="true"/>
          <p:nvPr/>
        </p:nvSpPr>
        <p:spPr>
          <a:xfrm rot="0">
            <a:off x="1028700" y="5908161"/>
            <a:ext cx="5634397" cy="626237"/>
          </a:xfrm>
          <a:prstGeom prst="rect">
            <a:avLst/>
          </a:prstGeom>
        </p:spPr>
        <p:txBody>
          <a:bodyPr anchor="t" rtlCol="false" tIns="0" lIns="0" bIns="0" rIns="0">
            <a:spAutoFit/>
          </a:bodyPr>
          <a:lstStyle/>
          <a:p>
            <a:pPr algn="l">
              <a:lnSpc>
                <a:spcPts val="1624"/>
              </a:lnSpc>
            </a:pPr>
            <a:r>
              <a:rPr lang="en-US" sz="1400">
                <a:solidFill>
                  <a:srgbClr val="2E2E2E"/>
                </a:solidFill>
                <a:latin typeface="Poppins"/>
                <a:ea typeface="Poppins"/>
                <a:cs typeface="Poppins"/>
                <a:sym typeface="Poppins"/>
              </a:rPr>
              <a:t>Lorem ipsum dolor sit amet, consectetur adipiscing elit, sed do eiusmod tempor incididunt ut labore et dolore magna aliqua. Ut enim ad minim veniam, quis nostrud exercitation ull</a:t>
            </a:r>
            <a:r>
              <a:rPr lang="en-US" sz="1400">
                <a:solidFill>
                  <a:srgbClr val="2E2E2E"/>
                </a:solidFill>
                <a:latin typeface="Poppins"/>
                <a:ea typeface="Poppins"/>
                <a:cs typeface="Poppins"/>
                <a:sym typeface="Poppins"/>
              </a:rPr>
              <a:t>amco </a:t>
            </a:r>
          </a:p>
        </p:txBody>
      </p:sp>
      <p:sp>
        <p:nvSpPr>
          <p:cNvPr name="Freeform 12" id="12"/>
          <p:cNvSpPr/>
          <p:nvPr/>
        </p:nvSpPr>
        <p:spPr>
          <a:xfrm flipH="false" flipV="false" rot="-2980882">
            <a:off x="6821868" y="3801504"/>
            <a:ext cx="930324" cy="1117201"/>
          </a:xfrm>
          <a:custGeom>
            <a:avLst/>
            <a:gdLst/>
            <a:ahLst/>
            <a:cxnLst/>
            <a:rect r="r" b="b" t="t" l="l"/>
            <a:pathLst>
              <a:path h="1117201" w="930324">
                <a:moveTo>
                  <a:pt x="0" y="0"/>
                </a:moveTo>
                <a:lnTo>
                  <a:pt x="930324" y="0"/>
                </a:lnTo>
                <a:lnTo>
                  <a:pt x="930324" y="1117201"/>
                </a:lnTo>
                <a:lnTo>
                  <a:pt x="0" y="111720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10968931" y="1343456"/>
            <a:ext cx="5970615" cy="11855011"/>
          </a:xfrm>
          <a:custGeom>
            <a:avLst/>
            <a:gdLst/>
            <a:ahLst/>
            <a:cxnLst/>
            <a:rect r="r" b="b" t="t" l="l"/>
            <a:pathLst>
              <a:path h="11855011" w="5970615">
                <a:moveTo>
                  <a:pt x="0" y="0"/>
                </a:moveTo>
                <a:lnTo>
                  <a:pt x="5970615" y="0"/>
                </a:lnTo>
                <a:lnTo>
                  <a:pt x="5970615" y="11855012"/>
                </a:lnTo>
                <a:lnTo>
                  <a:pt x="0" y="118550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2944476"/>
            <a:ext cx="7538795" cy="2006431"/>
          </a:xfrm>
          <a:prstGeom prst="rect">
            <a:avLst/>
          </a:prstGeom>
        </p:spPr>
        <p:txBody>
          <a:bodyPr anchor="t" rtlCol="false" tIns="0" lIns="0" bIns="0" rIns="0">
            <a:spAutoFit/>
          </a:bodyPr>
          <a:lstStyle/>
          <a:p>
            <a:pPr algn="l">
              <a:lnSpc>
                <a:spcPts val="7739"/>
              </a:lnSpc>
            </a:pPr>
            <a:r>
              <a:rPr lang="en-US" sz="7739">
                <a:solidFill>
                  <a:srgbClr val="2E2E2E"/>
                </a:solidFill>
                <a:latin typeface="Comic Sans"/>
                <a:ea typeface="Comic Sans"/>
                <a:cs typeface="Comic Sans"/>
                <a:sym typeface="Comic Sans"/>
              </a:rPr>
              <a:t>What Does </a:t>
            </a:r>
            <a:r>
              <a:rPr lang="en-US" sz="7739">
                <a:solidFill>
                  <a:srgbClr val="2E2E2E"/>
                </a:solidFill>
                <a:latin typeface="Comic Sans"/>
                <a:ea typeface="Comic Sans"/>
                <a:cs typeface="Comic Sans"/>
                <a:sym typeface="Comic Sans"/>
              </a:rPr>
              <a:t>Learning Mean?</a:t>
            </a:r>
          </a:p>
        </p:txBody>
      </p:sp>
      <p:sp>
        <p:nvSpPr>
          <p:cNvPr name="TextBox 4" id="4"/>
          <p:cNvSpPr txBox="true"/>
          <p:nvPr/>
        </p:nvSpPr>
        <p:spPr>
          <a:xfrm rot="0">
            <a:off x="1028700" y="5446207"/>
            <a:ext cx="3892559" cy="515384"/>
          </a:xfrm>
          <a:prstGeom prst="rect">
            <a:avLst/>
          </a:prstGeom>
        </p:spPr>
        <p:txBody>
          <a:bodyPr anchor="t" rtlCol="false" tIns="0" lIns="0" bIns="0" rIns="0">
            <a:spAutoFit/>
          </a:bodyPr>
          <a:lstStyle/>
          <a:p>
            <a:pPr algn="l">
              <a:lnSpc>
                <a:spcPts val="2047"/>
              </a:lnSpc>
            </a:pPr>
            <a:r>
              <a:rPr lang="en-US" sz="2047">
                <a:solidFill>
                  <a:srgbClr val="2E2E2E"/>
                </a:solidFill>
                <a:latin typeface="Comic Sans"/>
                <a:ea typeface="Comic Sans"/>
                <a:cs typeface="Comic Sans"/>
                <a:sym typeface="Comic Sans"/>
              </a:rPr>
              <a:t>Learning is the process of g</a:t>
            </a:r>
            <a:r>
              <a:rPr lang="en-US" sz="2047">
                <a:solidFill>
                  <a:srgbClr val="2E2E2E"/>
                </a:solidFill>
                <a:latin typeface="Comic Sans"/>
                <a:ea typeface="Comic Sans"/>
                <a:cs typeface="Comic Sans"/>
                <a:sym typeface="Comic Sans"/>
              </a:rPr>
              <a:t>aining knowledge and skills</a:t>
            </a:r>
          </a:p>
        </p:txBody>
      </p:sp>
      <p:sp>
        <p:nvSpPr>
          <p:cNvPr name="TextBox 5" id="5"/>
          <p:cNvSpPr txBox="true"/>
          <p:nvPr/>
        </p:nvSpPr>
        <p:spPr>
          <a:xfrm rot="0">
            <a:off x="1028700" y="7598904"/>
            <a:ext cx="3892559" cy="515384"/>
          </a:xfrm>
          <a:prstGeom prst="rect">
            <a:avLst/>
          </a:prstGeom>
        </p:spPr>
        <p:txBody>
          <a:bodyPr anchor="t" rtlCol="false" tIns="0" lIns="0" bIns="0" rIns="0">
            <a:spAutoFit/>
          </a:bodyPr>
          <a:lstStyle/>
          <a:p>
            <a:pPr algn="l">
              <a:lnSpc>
                <a:spcPts val="2047"/>
              </a:lnSpc>
            </a:pPr>
            <a:r>
              <a:rPr lang="en-US" sz="2047">
                <a:solidFill>
                  <a:srgbClr val="2E2E2E"/>
                </a:solidFill>
                <a:latin typeface="Comic Sans"/>
                <a:ea typeface="Comic Sans"/>
                <a:cs typeface="Comic Sans"/>
                <a:sym typeface="Comic Sans"/>
              </a:rPr>
              <a:t>Learning happens everywhere, </a:t>
            </a:r>
            <a:r>
              <a:rPr lang="en-US" sz="2047">
                <a:solidFill>
                  <a:srgbClr val="2E2E2E"/>
                </a:solidFill>
                <a:latin typeface="Comic Sans"/>
                <a:ea typeface="Comic Sans"/>
                <a:cs typeface="Comic Sans"/>
                <a:sym typeface="Comic Sans"/>
              </a:rPr>
              <a:t>not only in school</a:t>
            </a:r>
          </a:p>
        </p:txBody>
      </p:sp>
      <p:sp>
        <p:nvSpPr>
          <p:cNvPr name="TextBox 6" id="6"/>
          <p:cNvSpPr txBox="true"/>
          <p:nvPr/>
        </p:nvSpPr>
        <p:spPr>
          <a:xfrm rot="0">
            <a:off x="1028700" y="6079316"/>
            <a:ext cx="3892559" cy="1026287"/>
          </a:xfrm>
          <a:prstGeom prst="rect">
            <a:avLst/>
          </a:prstGeom>
        </p:spPr>
        <p:txBody>
          <a:bodyPr anchor="t" rtlCol="false" tIns="0" lIns="0" bIns="0" rIns="0">
            <a:spAutoFit/>
          </a:bodyPr>
          <a:lstStyle/>
          <a:p>
            <a:pPr algn="l">
              <a:lnSpc>
                <a:spcPts val="1624"/>
              </a:lnSpc>
            </a:pPr>
            <a:r>
              <a:rPr lang="en-US" sz="1400">
                <a:solidFill>
                  <a:srgbClr val="2E2E2E"/>
                </a:solidFill>
                <a:latin typeface="Poppins"/>
                <a:ea typeface="Poppins"/>
                <a:cs typeface="Poppins"/>
                <a:sym typeface="Poppins"/>
              </a:rPr>
              <a:t>Lorem ipsum dolor sit amet, consectetur adipiscing elit, sed do eiusmod tempor incididunt ut labore et dolore magna aliqua. Ut enim ad minim veniam, quis nostrud exercitation ull</a:t>
            </a:r>
            <a:r>
              <a:rPr lang="en-US" sz="1400">
                <a:solidFill>
                  <a:srgbClr val="2E2E2E"/>
                </a:solidFill>
                <a:latin typeface="Poppins"/>
                <a:ea typeface="Poppins"/>
                <a:cs typeface="Poppins"/>
                <a:sym typeface="Poppins"/>
              </a:rPr>
              <a:t>amco </a:t>
            </a:r>
          </a:p>
        </p:txBody>
      </p:sp>
      <p:sp>
        <p:nvSpPr>
          <p:cNvPr name="TextBox 7" id="7"/>
          <p:cNvSpPr txBox="true"/>
          <p:nvPr/>
        </p:nvSpPr>
        <p:spPr>
          <a:xfrm rot="0">
            <a:off x="1028700" y="8232013"/>
            <a:ext cx="3892559" cy="1026287"/>
          </a:xfrm>
          <a:prstGeom prst="rect">
            <a:avLst/>
          </a:prstGeom>
        </p:spPr>
        <p:txBody>
          <a:bodyPr anchor="t" rtlCol="false" tIns="0" lIns="0" bIns="0" rIns="0">
            <a:spAutoFit/>
          </a:bodyPr>
          <a:lstStyle/>
          <a:p>
            <a:pPr algn="l">
              <a:lnSpc>
                <a:spcPts val="1624"/>
              </a:lnSpc>
            </a:pPr>
            <a:r>
              <a:rPr lang="en-US" sz="1400">
                <a:solidFill>
                  <a:srgbClr val="2E2E2E"/>
                </a:solidFill>
                <a:latin typeface="Poppins"/>
                <a:ea typeface="Poppins"/>
                <a:cs typeface="Poppins"/>
                <a:sym typeface="Poppins"/>
              </a:rPr>
              <a:t>Lorem ipsum dolor sit amet, consectetur adipiscing elit, sed do eiusmod tempor incididunt ut labore et dolore magna aliqua. Ut enim ad minim veniam, quis nostrud exercitation ull</a:t>
            </a:r>
            <a:r>
              <a:rPr lang="en-US" sz="1400">
                <a:solidFill>
                  <a:srgbClr val="2E2E2E"/>
                </a:solidFill>
                <a:latin typeface="Poppins"/>
                <a:ea typeface="Poppins"/>
                <a:cs typeface="Poppins"/>
                <a:sym typeface="Poppins"/>
              </a:rPr>
              <a:t>amco </a:t>
            </a:r>
          </a:p>
        </p:txBody>
      </p:sp>
      <p:sp>
        <p:nvSpPr>
          <p:cNvPr name="TextBox 8" id="8"/>
          <p:cNvSpPr txBox="true"/>
          <p:nvPr/>
        </p:nvSpPr>
        <p:spPr>
          <a:xfrm rot="0">
            <a:off x="5251441" y="5446207"/>
            <a:ext cx="2710340" cy="528255"/>
          </a:xfrm>
          <a:prstGeom prst="rect">
            <a:avLst/>
          </a:prstGeom>
        </p:spPr>
        <p:txBody>
          <a:bodyPr anchor="t" rtlCol="false" tIns="0" lIns="0" bIns="0" rIns="0">
            <a:spAutoFit/>
          </a:bodyPr>
          <a:lstStyle/>
          <a:p>
            <a:pPr algn="l">
              <a:lnSpc>
                <a:spcPts val="2047"/>
              </a:lnSpc>
            </a:pPr>
            <a:r>
              <a:rPr lang="en-US" sz="2047">
                <a:solidFill>
                  <a:srgbClr val="2E2E2E"/>
                </a:solidFill>
                <a:latin typeface="Comic Sans"/>
                <a:ea typeface="Comic Sans"/>
                <a:cs typeface="Comic Sans"/>
                <a:sym typeface="Comic Sans"/>
              </a:rPr>
              <a:t>It helps us u</a:t>
            </a:r>
            <a:r>
              <a:rPr lang="en-US" sz="2047">
                <a:solidFill>
                  <a:srgbClr val="2E2E2E"/>
                </a:solidFill>
                <a:latin typeface="Comic Sans"/>
                <a:ea typeface="Comic Sans"/>
                <a:cs typeface="Comic Sans"/>
                <a:sym typeface="Comic Sans"/>
              </a:rPr>
              <a:t>nderstand the world</a:t>
            </a:r>
          </a:p>
        </p:txBody>
      </p:sp>
      <p:sp>
        <p:nvSpPr>
          <p:cNvPr name="TextBox 9" id="9"/>
          <p:cNvSpPr txBox="true"/>
          <p:nvPr/>
        </p:nvSpPr>
        <p:spPr>
          <a:xfrm rot="0">
            <a:off x="5251441" y="6079316"/>
            <a:ext cx="3892559" cy="1026287"/>
          </a:xfrm>
          <a:prstGeom prst="rect">
            <a:avLst/>
          </a:prstGeom>
        </p:spPr>
        <p:txBody>
          <a:bodyPr anchor="t" rtlCol="false" tIns="0" lIns="0" bIns="0" rIns="0">
            <a:spAutoFit/>
          </a:bodyPr>
          <a:lstStyle/>
          <a:p>
            <a:pPr algn="l">
              <a:lnSpc>
                <a:spcPts val="1624"/>
              </a:lnSpc>
            </a:pPr>
            <a:r>
              <a:rPr lang="en-US" sz="1400">
                <a:solidFill>
                  <a:srgbClr val="2E2E2E"/>
                </a:solidFill>
                <a:latin typeface="Poppins"/>
                <a:ea typeface="Poppins"/>
                <a:cs typeface="Poppins"/>
                <a:sym typeface="Poppins"/>
              </a:rPr>
              <a:t>Lorem ipsum dolor sit amet, consectetur adipiscing elit, sed do eiusmod tempor incididunt ut labore et dolore magna aliqua. Ut enim ad minim veniam, quis nostrud exercitation ull</a:t>
            </a:r>
            <a:r>
              <a:rPr lang="en-US" sz="1400">
                <a:solidFill>
                  <a:srgbClr val="2E2E2E"/>
                </a:solidFill>
                <a:latin typeface="Poppins"/>
                <a:ea typeface="Poppins"/>
                <a:cs typeface="Poppins"/>
                <a:sym typeface="Poppins"/>
              </a:rPr>
              <a:t>amco </a:t>
            </a:r>
          </a:p>
        </p:txBody>
      </p:sp>
      <p:sp>
        <p:nvSpPr>
          <p:cNvPr name="Freeform 10" id="10"/>
          <p:cNvSpPr/>
          <p:nvPr/>
        </p:nvSpPr>
        <p:spPr>
          <a:xfrm flipH="false" flipV="false" rot="-2980882">
            <a:off x="7951951" y="2949578"/>
            <a:ext cx="930324" cy="1117201"/>
          </a:xfrm>
          <a:custGeom>
            <a:avLst/>
            <a:gdLst/>
            <a:ahLst/>
            <a:cxnLst/>
            <a:rect r="r" b="b" t="t" l="l"/>
            <a:pathLst>
              <a:path h="1117201" w="930324">
                <a:moveTo>
                  <a:pt x="0" y="0"/>
                </a:moveTo>
                <a:lnTo>
                  <a:pt x="930324" y="0"/>
                </a:lnTo>
                <a:lnTo>
                  <a:pt x="930324" y="1117201"/>
                </a:lnTo>
                <a:lnTo>
                  <a:pt x="0" y="11172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10450515" y="1028700"/>
            <a:ext cx="6713208" cy="5248508"/>
          </a:xfrm>
          <a:custGeom>
            <a:avLst/>
            <a:gdLst/>
            <a:ahLst/>
            <a:cxnLst/>
            <a:rect r="r" b="b" t="t" l="l"/>
            <a:pathLst>
              <a:path h="5248508" w="6713208">
                <a:moveTo>
                  <a:pt x="0" y="0"/>
                </a:moveTo>
                <a:lnTo>
                  <a:pt x="6713208" y="0"/>
                </a:lnTo>
                <a:lnTo>
                  <a:pt x="6713208" y="5248508"/>
                </a:lnTo>
                <a:lnTo>
                  <a:pt x="0" y="52485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4870193"/>
            <a:ext cx="7538795" cy="2006431"/>
          </a:xfrm>
          <a:prstGeom prst="rect">
            <a:avLst/>
          </a:prstGeom>
        </p:spPr>
        <p:txBody>
          <a:bodyPr anchor="t" rtlCol="false" tIns="0" lIns="0" bIns="0" rIns="0">
            <a:spAutoFit/>
          </a:bodyPr>
          <a:lstStyle/>
          <a:p>
            <a:pPr algn="l">
              <a:lnSpc>
                <a:spcPts val="7739"/>
              </a:lnSpc>
            </a:pPr>
            <a:r>
              <a:rPr lang="en-US" sz="7739">
                <a:solidFill>
                  <a:srgbClr val="2E2E2E"/>
                </a:solidFill>
                <a:latin typeface="Comic Sans"/>
                <a:ea typeface="Comic Sans"/>
                <a:cs typeface="Comic Sans"/>
                <a:sym typeface="Comic Sans"/>
              </a:rPr>
              <a:t>Why </a:t>
            </a:r>
            <a:r>
              <a:rPr lang="en-US" sz="7739">
                <a:solidFill>
                  <a:srgbClr val="2E2E2E"/>
                </a:solidFill>
                <a:latin typeface="Comic Sans"/>
                <a:ea typeface="Comic Sans"/>
                <a:cs typeface="Comic Sans"/>
                <a:sym typeface="Comic Sans"/>
              </a:rPr>
              <a:t>Learning Is Important</a:t>
            </a:r>
          </a:p>
        </p:txBody>
      </p:sp>
      <p:sp>
        <p:nvSpPr>
          <p:cNvPr name="TextBox 4" id="4"/>
          <p:cNvSpPr txBox="true"/>
          <p:nvPr/>
        </p:nvSpPr>
        <p:spPr>
          <a:xfrm rot="0">
            <a:off x="1028700" y="7598904"/>
            <a:ext cx="3892559" cy="515384"/>
          </a:xfrm>
          <a:prstGeom prst="rect">
            <a:avLst/>
          </a:prstGeom>
        </p:spPr>
        <p:txBody>
          <a:bodyPr anchor="t" rtlCol="false" tIns="0" lIns="0" bIns="0" rIns="0">
            <a:spAutoFit/>
          </a:bodyPr>
          <a:lstStyle/>
          <a:p>
            <a:pPr algn="l">
              <a:lnSpc>
                <a:spcPts val="2047"/>
              </a:lnSpc>
            </a:pPr>
            <a:r>
              <a:rPr lang="en-US" sz="2047">
                <a:solidFill>
                  <a:srgbClr val="2E2E2E"/>
                </a:solidFill>
                <a:latin typeface="Comic Sans"/>
                <a:ea typeface="Comic Sans"/>
                <a:cs typeface="Comic Sans"/>
                <a:sym typeface="Comic Sans"/>
              </a:rPr>
              <a:t>Builds </a:t>
            </a:r>
            <a:r>
              <a:rPr lang="en-US" sz="2047">
                <a:solidFill>
                  <a:srgbClr val="2E2E2E"/>
                </a:solidFill>
                <a:latin typeface="Comic Sans"/>
                <a:ea typeface="Comic Sans"/>
                <a:cs typeface="Comic Sans"/>
                <a:sym typeface="Comic Sans"/>
              </a:rPr>
              <a:t>knowledge and understanding</a:t>
            </a:r>
          </a:p>
        </p:txBody>
      </p:sp>
      <p:sp>
        <p:nvSpPr>
          <p:cNvPr name="TextBox 5" id="5"/>
          <p:cNvSpPr txBox="true"/>
          <p:nvPr/>
        </p:nvSpPr>
        <p:spPr>
          <a:xfrm rot="0">
            <a:off x="1028700" y="8232013"/>
            <a:ext cx="3892559" cy="1026287"/>
          </a:xfrm>
          <a:prstGeom prst="rect">
            <a:avLst/>
          </a:prstGeom>
        </p:spPr>
        <p:txBody>
          <a:bodyPr anchor="t" rtlCol="false" tIns="0" lIns="0" bIns="0" rIns="0">
            <a:spAutoFit/>
          </a:bodyPr>
          <a:lstStyle/>
          <a:p>
            <a:pPr algn="l">
              <a:lnSpc>
                <a:spcPts val="1624"/>
              </a:lnSpc>
            </a:pPr>
            <a:r>
              <a:rPr lang="en-US" sz="1400">
                <a:solidFill>
                  <a:srgbClr val="2E2E2E"/>
                </a:solidFill>
                <a:latin typeface="Poppins"/>
                <a:ea typeface="Poppins"/>
                <a:cs typeface="Poppins"/>
                <a:sym typeface="Poppins"/>
              </a:rPr>
              <a:t>Lorem ipsum dolor sit amet, consectetur adipiscing elit, sed do eiusmod tempor incididunt ut labore et dolore magna aliqua. Ut enim ad minim veniam, quis nostrud exercitation ull</a:t>
            </a:r>
            <a:r>
              <a:rPr lang="en-US" sz="1400">
                <a:solidFill>
                  <a:srgbClr val="2E2E2E"/>
                </a:solidFill>
                <a:latin typeface="Poppins"/>
                <a:ea typeface="Poppins"/>
                <a:cs typeface="Poppins"/>
                <a:sym typeface="Poppins"/>
              </a:rPr>
              <a:t>amco </a:t>
            </a:r>
          </a:p>
        </p:txBody>
      </p:sp>
      <p:sp>
        <p:nvSpPr>
          <p:cNvPr name="TextBox 6" id="6"/>
          <p:cNvSpPr txBox="true"/>
          <p:nvPr/>
        </p:nvSpPr>
        <p:spPr>
          <a:xfrm rot="0">
            <a:off x="9477375" y="7598904"/>
            <a:ext cx="1946280" cy="515384"/>
          </a:xfrm>
          <a:prstGeom prst="rect">
            <a:avLst/>
          </a:prstGeom>
        </p:spPr>
        <p:txBody>
          <a:bodyPr anchor="t" rtlCol="false" tIns="0" lIns="0" bIns="0" rIns="0">
            <a:spAutoFit/>
          </a:bodyPr>
          <a:lstStyle/>
          <a:p>
            <a:pPr algn="l">
              <a:lnSpc>
                <a:spcPts val="2047"/>
              </a:lnSpc>
            </a:pPr>
            <a:r>
              <a:rPr lang="en-US" sz="2047">
                <a:solidFill>
                  <a:srgbClr val="2E2E2E"/>
                </a:solidFill>
                <a:latin typeface="Comic Sans"/>
                <a:ea typeface="Comic Sans"/>
                <a:cs typeface="Comic Sans"/>
                <a:sym typeface="Comic Sans"/>
              </a:rPr>
              <a:t>Prepares us for the future</a:t>
            </a:r>
          </a:p>
        </p:txBody>
      </p:sp>
      <p:sp>
        <p:nvSpPr>
          <p:cNvPr name="TextBox 7" id="7"/>
          <p:cNvSpPr txBox="true"/>
          <p:nvPr/>
        </p:nvSpPr>
        <p:spPr>
          <a:xfrm rot="0">
            <a:off x="9477375" y="8232013"/>
            <a:ext cx="3892559" cy="1026287"/>
          </a:xfrm>
          <a:prstGeom prst="rect">
            <a:avLst/>
          </a:prstGeom>
        </p:spPr>
        <p:txBody>
          <a:bodyPr anchor="t" rtlCol="false" tIns="0" lIns="0" bIns="0" rIns="0">
            <a:spAutoFit/>
          </a:bodyPr>
          <a:lstStyle/>
          <a:p>
            <a:pPr algn="l">
              <a:lnSpc>
                <a:spcPts val="1624"/>
              </a:lnSpc>
            </a:pPr>
            <a:r>
              <a:rPr lang="en-US" sz="1400">
                <a:solidFill>
                  <a:srgbClr val="2E2E2E"/>
                </a:solidFill>
                <a:latin typeface="Poppins"/>
                <a:ea typeface="Poppins"/>
                <a:cs typeface="Poppins"/>
                <a:sym typeface="Poppins"/>
              </a:rPr>
              <a:t>Lorem ipsum dolor sit amet, consectetur adipiscing elit, sed do eiusmod tempor incididunt ut labore et dolore magna aliqua. Ut enim ad minim veniam, quis nostrud exercitation ull</a:t>
            </a:r>
            <a:r>
              <a:rPr lang="en-US" sz="1400">
                <a:solidFill>
                  <a:srgbClr val="2E2E2E"/>
                </a:solidFill>
                <a:latin typeface="Poppins"/>
                <a:ea typeface="Poppins"/>
                <a:cs typeface="Poppins"/>
                <a:sym typeface="Poppins"/>
              </a:rPr>
              <a:t>amco </a:t>
            </a:r>
          </a:p>
        </p:txBody>
      </p:sp>
      <p:sp>
        <p:nvSpPr>
          <p:cNvPr name="TextBox 8" id="8"/>
          <p:cNvSpPr txBox="true"/>
          <p:nvPr/>
        </p:nvSpPr>
        <p:spPr>
          <a:xfrm rot="0">
            <a:off x="5251441" y="7598904"/>
            <a:ext cx="2710340" cy="528255"/>
          </a:xfrm>
          <a:prstGeom prst="rect">
            <a:avLst/>
          </a:prstGeom>
        </p:spPr>
        <p:txBody>
          <a:bodyPr anchor="t" rtlCol="false" tIns="0" lIns="0" bIns="0" rIns="0">
            <a:spAutoFit/>
          </a:bodyPr>
          <a:lstStyle/>
          <a:p>
            <a:pPr algn="l">
              <a:lnSpc>
                <a:spcPts val="2047"/>
              </a:lnSpc>
            </a:pPr>
            <a:r>
              <a:rPr lang="en-US" sz="2047">
                <a:solidFill>
                  <a:srgbClr val="2E2E2E"/>
                </a:solidFill>
                <a:latin typeface="Comic Sans"/>
                <a:ea typeface="Comic Sans"/>
                <a:cs typeface="Comic Sans"/>
                <a:sym typeface="Comic Sans"/>
              </a:rPr>
              <a:t>Helps p</a:t>
            </a:r>
            <a:r>
              <a:rPr lang="en-US" sz="2047">
                <a:solidFill>
                  <a:srgbClr val="2E2E2E"/>
                </a:solidFill>
                <a:latin typeface="Comic Sans"/>
                <a:ea typeface="Comic Sans"/>
                <a:cs typeface="Comic Sans"/>
                <a:sym typeface="Comic Sans"/>
              </a:rPr>
              <a:t>ersonal development</a:t>
            </a:r>
          </a:p>
        </p:txBody>
      </p:sp>
      <p:sp>
        <p:nvSpPr>
          <p:cNvPr name="TextBox 9" id="9"/>
          <p:cNvSpPr txBox="true"/>
          <p:nvPr/>
        </p:nvSpPr>
        <p:spPr>
          <a:xfrm rot="0">
            <a:off x="5251441" y="8232013"/>
            <a:ext cx="3892559" cy="1026287"/>
          </a:xfrm>
          <a:prstGeom prst="rect">
            <a:avLst/>
          </a:prstGeom>
        </p:spPr>
        <p:txBody>
          <a:bodyPr anchor="t" rtlCol="false" tIns="0" lIns="0" bIns="0" rIns="0">
            <a:spAutoFit/>
          </a:bodyPr>
          <a:lstStyle/>
          <a:p>
            <a:pPr algn="l">
              <a:lnSpc>
                <a:spcPts val="1624"/>
              </a:lnSpc>
            </a:pPr>
            <a:r>
              <a:rPr lang="en-US" sz="1400">
                <a:solidFill>
                  <a:srgbClr val="2E2E2E"/>
                </a:solidFill>
                <a:latin typeface="Poppins"/>
                <a:ea typeface="Poppins"/>
                <a:cs typeface="Poppins"/>
                <a:sym typeface="Poppins"/>
              </a:rPr>
              <a:t>Lorem ipsum dolor sit amet, consectetur adipiscing elit, sed do eiusmod tempor incididunt ut labore et dolore magna aliqua. Ut enim ad minim veniam, quis nostrud exercitation ull</a:t>
            </a:r>
            <a:r>
              <a:rPr lang="en-US" sz="1400">
                <a:solidFill>
                  <a:srgbClr val="2E2E2E"/>
                </a:solidFill>
                <a:latin typeface="Poppins"/>
                <a:ea typeface="Poppins"/>
                <a:cs typeface="Poppins"/>
                <a:sym typeface="Poppins"/>
              </a:rPr>
              <a:t>amco </a:t>
            </a:r>
          </a:p>
        </p:txBody>
      </p:sp>
      <p:sp>
        <p:nvSpPr>
          <p:cNvPr name="Freeform 10" id="10"/>
          <p:cNvSpPr/>
          <p:nvPr/>
        </p:nvSpPr>
        <p:spPr>
          <a:xfrm flipH="false" flipV="false" rot="-2980882">
            <a:off x="7375446" y="4159192"/>
            <a:ext cx="930324" cy="1117201"/>
          </a:xfrm>
          <a:custGeom>
            <a:avLst/>
            <a:gdLst/>
            <a:ahLst/>
            <a:cxnLst/>
            <a:rect r="r" b="b" t="t" l="l"/>
            <a:pathLst>
              <a:path h="1117201" w="930324">
                <a:moveTo>
                  <a:pt x="0" y="0"/>
                </a:moveTo>
                <a:lnTo>
                  <a:pt x="930324" y="0"/>
                </a:lnTo>
                <a:lnTo>
                  <a:pt x="930324" y="1117202"/>
                </a:lnTo>
                <a:lnTo>
                  <a:pt x="0" y="11172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2790305"/>
            <a:ext cx="6915786" cy="8784485"/>
          </a:xfrm>
          <a:custGeom>
            <a:avLst/>
            <a:gdLst/>
            <a:ahLst/>
            <a:cxnLst/>
            <a:rect r="r" b="b" t="t" l="l"/>
            <a:pathLst>
              <a:path h="8784485" w="6915786">
                <a:moveTo>
                  <a:pt x="0" y="0"/>
                </a:moveTo>
                <a:lnTo>
                  <a:pt x="6915786" y="0"/>
                </a:lnTo>
                <a:lnTo>
                  <a:pt x="6915786" y="8784485"/>
                </a:lnTo>
                <a:lnTo>
                  <a:pt x="0" y="878448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9618122" y="2942705"/>
            <a:ext cx="4370248" cy="2006431"/>
          </a:xfrm>
          <a:prstGeom prst="rect">
            <a:avLst/>
          </a:prstGeom>
        </p:spPr>
        <p:txBody>
          <a:bodyPr anchor="t" rtlCol="false" tIns="0" lIns="0" bIns="0" rIns="0">
            <a:spAutoFit/>
          </a:bodyPr>
          <a:lstStyle/>
          <a:p>
            <a:pPr algn="l">
              <a:lnSpc>
                <a:spcPts val="7739"/>
              </a:lnSpc>
            </a:pPr>
            <a:r>
              <a:rPr lang="en-US" sz="7739">
                <a:solidFill>
                  <a:srgbClr val="2E2E2E"/>
                </a:solidFill>
                <a:latin typeface="Comic Sans"/>
                <a:ea typeface="Comic Sans"/>
                <a:cs typeface="Comic Sans"/>
                <a:sym typeface="Comic Sans"/>
              </a:rPr>
              <a:t>Types of </a:t>
            </a:r>
            <a:r>
              <a:rPr lang="en-US" sz="7739">
                <a:solidFill>
                  <a:srgbClr val="2E2E2E"/>
                </a:solidFill>
                <a:latin typeface="Comic Sans"/>
                <a:ea typeface="Comic Sans"/>
                <a:cs typeface="Comic Sans"/>
                <a:sym typeface="Comic Sans"/>
              </a:rPr>
              <a:t>Learning</a:t>
            </a:r>
          </a:p>
        </p:txBody>
      </p:sp>
      <p:sp>
        <p:nvSpPr>
          <p:cNvPr name="TextBox 4" id="4"/>
          <p:cNvSpPr txBox="true"/>
          <p:nvPr/>
        </p:nvSpPr>
        <p:spPr>
          <a:xfrm rot="0">
            <a:off x="9618122" y="5520488"/>
            <a:ext cx="4096334" cy="639051"/>
          </a:xfrm>
          <a:prstGeom prst="rect">
            <a:avLst/>
          </a:prstGeom>
        </p:spPr>
        <p:txBody>
          <a:bodyPr anchor="t" rtlCol="false" tIns="0" lIns="0" bIns="0" rIns="0">
            <a:spAutoFit/>
          </a:bodyPr>
          <a:lstStyle/>
          <a:p>
            <a:pPr algn="l">
              <a:lnSpc>
                <a:spcPts val="1659"/>
              </a:lnSpc>
            </a:pPr>
            <a:r>
              <a:rPr lang="en-US" sz="1659">
                <a:solidFill>
                  <a:srgbClr val="2E2E2E"/>
                </a:solidFill>
                <a:latin typeface="Comic Sans"/>
                <a:ea typeface="Comic Sans"/>
                <a:cs typeface="Comic Sans"/>
                <a:sym typeface="Comic Sans"/>
              </a:rPr>
              <a:t>Formal </a:t>
            </a:r>
            <a:r>
              <a:rPr lang="en-US" sz="1659">
                <a:solidFill>
                  <a:srgbClr val="2E2E2E"/>
                </a:solidFill>
                <a:latin typeface="Comic Sans"/>
                <a:ea typeface="Comic Sans"/>
                <a:cs typeface="Comic Sans"/>
                <a:sym typeface="Comic Sans"/>
              </a:rPr>
              <a:t>learning (school, classes)</a:t>
            </a:r>
          </a:p>
          <a:p>
            <a:pPr algn="l">
              <a:lnSpc>
                <a:spcPts val="1659"/>
              </a:lnSpc>
            </a:pPr>
            <a:r>
              <a:rPr lang="en-US" sz="1659">
                <a:solidFill>
                  <a:srgbClr val="2E2E2E"/>
                </a:solidFill>
                <a:latin typeface="Comic Sans"/>
                <a:ea typeface="Comic Sans"/>
                <a:cs typeface="Comic Sans"/>
                <a:sym typeface="Comic Sans"/>
              </a:rPr>
              <a:t>Informal learning (daily experiences)</a:t>
            </a:r>
          </a:p>
          <a:p>
            <a:pPr algn="l">
              <a:lnSpc>
                <a:spcPts val="1659"/>
              </a:lnSpc>
            </a:pPr>
            <a:r>
              <a:rPr lang="en-US" sz="1659">
                <a:solidFill>
                  <a:srgbClr val="2E2E2E"/>
                </a:solidFill>
                <a:latin typeface="Comic Sans"/>
                <a:ea typeface="Comic Sans"/>
                <a:cs typeface="Comic Sans"/>
                <a:sym typeface="Comic Sans"/>
              </a:rPr>
              <a:t>Self-directed learning</a:t>
            </a:r>
          </a:p>
        </p:txBody>
      </p:sp>
      <p:sp>
        <p:nvSpPr>
          <p:cNvPr name="TextBox 5" id="5"/>
          <p:cNvSpPr txBox="true"/>
          <p:nvPr/>
        </p:nvSpPr>
        <p:spPr>
          <a:xfrm rot="0">
            <a:off x="9618122" y="6440725"/>
            <a:ext cx="3892559" cy="1026287"/>
          </a:xfrm>
          <a:prstGeom prst="rect">
            <a:avLst/>
          </a:prstGeom>
        </p:spPr>
        <p:txBody>
          <a:bodyPr anchor="t" rtlCol="false" tIns="0" lIns="0" bIns="0" rIns="0">
            <a:spAutoFit/>
          </a:bodyPr>
          <a:lstStyle/>
          <a:p>
            <a:pPr algn="l">
              <a:lnSpc>
                <a:spcPts val="1624"/>
              </a:lnSpc>
            </a:pPr>
            <a:r>
              <a:rPr lang="en-US" sz="1400">
                <a:solidFill>
                  <a:srgbClr val="2E2E2E"/>
                </a:solidFill>
                <a:latin typeface="Poppins"/>
                <a:ea typeface="Poppins"/>
                <a:cs typeface="Poppins"/>
                <a:sym typeface="Poppins"/>
              </a:rPr>
              <a:t>Lorem ipsum dolor sit amet, consectetur adipiscing elit, sed do eiusmod tempor incididunt ut labore et dolore magna aliqua. Ut enim ad minim veniam, quis nostrud exercitation ull</a:t>
            </a:r>
            <a:r>
              <a:rPr lang="en-US" sz="1400">
                <a:solidFill>
                  <a:srgbClr val="2E2E2E"/>
                </a:solidFill>
                <a:latin typeface="Poppins"/>
                <a:ea typeface="Poppins"/>
                <a:cs typeface="Poppins"/>
                <a:sym typeface="Poppins"/>
              </a:rPr>
              <a:t>amco </a:t>
            </a:r>
          </a:p>
        </p:txBody>
      </p:sp>
      <p:sp>
        <p:nvSpPr>
          <p:cNvPr name="TextBox 6" id="6"/>
          <p:cNvSpPr txBox="true"/>
          <p:nvPr/>
        </p:nvSpPr>
        <p:spPr>
          <a:xfrm rot="0">
            <a:off x="13473711" y="6440725"/>
            <a:ext cx="3892559" cy="1026287"/>
          </a:xfrm>
          <a:prstGeom prst="rect">
            <a:avLst/>
          </a:prstGeom>
        </p:spPr>
        <p:txBody>
          <a:bodyPr anchor="t" rtlCol="false" tIns="0" lIns="0" bIns="0" rIns="0">
            <a:spAutoFit/>
          </a:bodyPr>
          <a:lstStyle/>
          <a:p>
            <a:pPr algn="l">
              <a:lnSpc>
                <a:spcPts val="1624"/>
              </a:lnSpc>
            </a:pPr>
            <a:r>
              <a:rPr lang="en-US" sz="1400">
                <a:solidFill>
                  <a:srgbClr val="2E2E2E"/>
                </a:solidFill>
                <a:latin typeface="Poppins"/>
                <a:ea typeface="Poppins"/>
                <a:cs typeface="Poppins"/>
                <a:sym typeface="Poppins"/>
              </a:rPr>
              <a:t>Lorem ipsum dolor sit amet, consectetur adipiscing elit, sed do eiusmod tempor incididunt ut labore et dolore magna aliqua. Ut enim ad minim veniam, quis nostrud exercitation ull</a:t>
            </a:r>
            <a:r>
              <a:rPr lang="en-US" sz="1400">
                <a:solidFill>
                  <a:srgbClr val="2E2E2E"/>
                </a:solidFill>
                <a:latin typeface="Poppins"/>
                <a:ea typeface="Poppins"/>
                <a:cs typeface="Poppins"/>
                <a:sym typeface="Poppins"/>
              </a:rPr>
              <a:t>amco </a:t>
            </a:r>
          </a:p>
        </p:txBody>
      </p:sp>
      <p:sp>
        <p:nvSpPr>
          <p:cNvPr name="TextBox 7" id="7"/>
          <p:cNvSpPr txBox="true"/>
          <p:nvPr/>
        </p:nvSpPr>
        <p:spPr>
          <a:xfrm rot="0">
            <a:off x="9618122" y="7882087"/>
            <a:ext cx="6933052" cy="1376213"/>
          </a:xfrm>
          <a:prstGeom prst="rect">
            <a:avLst/>
          </a:prstGeom>
        </p:spPr>
        <p:txBody>
          <a:bodyPr anchor="t" rtlCol="false" tIns="0" lIns="0" bIns="0" rIns="0">
            <a:spAutoFit/>
          </a:bodyPr>
          <a:lstStyle/>
          <a:p>
            <a:pPr algn="l">
              <a:lnSpc>
                <a:spcPts val="1845"/>
              </a:lnSpc>
              <a:spcBef>
                <a:spcPct val="0"/>
              </a:spcBef>
            </a:pPr>
            <a:r>
              <a:rPr lang="en-US" sz="1318">
                <a:solidFill>
                  <a:srgbClr val="525252"/>
                </a:solidFill>
                <a:latin typeface="Poppins"/>
                <a:ea typeface="Poppins"/>
                <a:cs typeface="Poppins"/>
                <a:sym typeface="Poppi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
        <p:nvSpPr>
          <p:cNvPr name="Freeform 8" id="8"/>
          <p:cNvSpPr/>
          <p:nvPr/>
        </p:nvSpPr>
        <p:spPr>
          <a:xfrm flipH="false" flipV="false" rot="-2980882">
            <a:off x="13523207" y="1879982"/>
            <a:ext cx="930324" cy="1117201"/>
          </a:xfrm>
          <a:custGeom>
            <a:avLst/>
            <a:gdLst/>
            <a:ahLst/>
            <a:cxnLst/>
            <a:rect r="r" b="b" t="t" l="l"/>
            <a:pathLst>
              <a:path h="1117201" w="930324">
                <a:moveTo>
                  <a:pt x="0" y="0"/>
                </a:moveTo>
                <a:lnTo>
                  <a:pt x="930324" y="0"/>
                </a:lnTo>
                <a:lnTo>
                  <a:pt x="930324" y="1117202"/>
                </a:lnTo>
                <a:lnTo>
                  <a:pt x="0" y="11172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10151220" y="2309701"/>
            <a:ext cx="5572622" cy="9041128"/>
          </a:xfrm>
          <a:custGeom>
            <a:avLst/>
            <a:gdLst/>
            <a:ahLst/>
            <a:cxnLst/>
            <a:rect r="r" b="b" t="t" l="l"/>
            <a:pathLst>
              <a:path h="9041128" w="5572622">
                <a:moveTo>
                  <a:pt x="0" y="0"/>
                </a:moveTo>
                <a:lnTo>
                  <a:pt x="5572623" y="0"/>
                </a:lnTo>
                <a:lnTo>
                  <a:pt x="5572623" y="9041128"/>
                </a:lnTo>
                <a:lnTo>
                  <a:pt x="0" y="90411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47185" y="3291972"/>
            <a:ext cx="7748148" cy="2006431"/>
          </a:xfrm>
          <a:prstGeom prst="rect">
            <a:avLst/>
          </a:prstGeom>
        </p:spPr>
        <p:txBody>
          <a:bodyPr anchor="t" rtlCol="false" tIns="0" lIns="0" bIns="0" rIns="0">
            <a:spAutoFit/>
          </a:bodyPr>
          <a:lstStyle/>
          <a:p>
            <a:pPr algn="l">
              <a:lnSpc>
                <a:spcPts val="7739"/>
              </a:lnSpc>
            </a:pPr>
            <a:r>
              <a:rPr lang="en-US" sz="7739">
                <a:solidFill>
                  <a:srgbClr val="2E2E2E"/>
                </a:solidFill>
                <a:latin typeface="Comic Sans"/>
                <a:ea typeface="Comic Sans"/>
                <a:cs typeface="Comic Sans"/>
                <a:sym typeface="Comic Sans"/>
              </a:rPr>
              <a:t>Learning Improves Skills</a:t>
            </a:r>
          </a:p>
        </p:txBody>
      </p:sp>
      <p:sp>
        <p:nvSpPr>
          <p:cNvPr name="TextBox 4" id="4"/>
          <p:cNvSpPr txBox="true"/>
          <p:nvPr/>
        </p:nvSpPr>
        <p:spPr>
          <a:xfrm rot="0">
            <a:off x="1028700" y="6108028"/>
            <a:ext cx="3026172" cy="222074"/>
          </a:xfrm>
          <a:prstGeom prst="rect">
            <a:avLst/>
          </a:prstGeom>
        </p:spPr>
        <p:txBody>
          <a:bodyPr anchor="t" rtlCol="false" tIns="0" lIns="0" bIns="0" rIns="0">
            <a:spAutoFit/>
          </a:bodyPr>
          <a:lstStyle/>
          <a:p>
            <a:pPr algn="l">
              <a:lnSpc>
                <a:spcPts val="1659"/>
              </a:lnSpc>
            </a:pPr>
            <a:r>
              <a:rPr lang="en-US" sz="1659">
                <a:solidFill>
                  <a:srgbClr val="2E2E2E"/>
                </a:solidFill>
                <a:latin typeface="Comic Sans"/>
                <a:ea typeface="Comic Sans"/>
                <a:cs typeface="Comic Sans"/>
                <a:sym typeface="Comic Sans"/>
              </a:rPr>
              <a:t>E</a:t>
            </a:r>
            <a:r>
              <a:rPr lang="en-US" sz="1659">
                <a:solidFill>
                  <a:srgbClr val="2E2E2E"/>
                </a:solidFill>
                <a:latin typeface="Comic Sans"/>
                <a:ea typeface="Comic Sans"/>
                <a:cs typeface="Comic Sans"/>
                <a:sym typeface="Comic Sans"/>
              </a:rPr>
              <a:t>nha</a:t>
            </a:r>
            <a:r>
              <a:rPr lang="en-US" sz="1659">
                <a:solidFill>
                  <a:srgbClr val="2E2E2E"/>
                </a:solidFill>
                <a:latin typeface="Comic Sans"/>
                <a:ea typeface="Comic Sans"/>
                <a:cs typeface="Comic Sans"/>
                <a:sym typeface="Comic Sans"/>
              </a:rPr>
              <a:t>nces problem-solving</a:t>
            </a:r>
          </a:p>
        </p:txBody>
      </p:sp>
      <p:sp>
        <p:nvSpPr>
          <p:cNvPr name="TextBox 5" id="5"/>
          <p:cNvSpPr txBox="true"/>
          <p:nvPr/>
        </p:nvSpPr>
        <p:spPr>
          <a:xfrm rot="0">
            <a:off x="1028700" y="7899317"/>
            <a:ext cx="3026172" cy="222074"/>
          </a:xfrm>
          <a:prstGeom prst="rect">
            <a:avLst/>
          </a:prstGeom>
        </p:spPr>
        <p:txBody>
          <a:bodyPr anchor="t" rtlCol="false" tIns="0" lIns="0" bIns="0" rIns="0">
            <a:spAutoFit/>
          </a:bodyPr>
          <a:lstStyle/>
          <a:p>
            <a:pPr algn="l">
              <a:lnSpc>
                <a:spcPts val="1659"/>
              </a:lnSpc>
            </a:pPr>
            <a:r>
              <a:rPr lang="en-US" sz="1659">
                <a:solidFill>
                  <a:srgbClr val="2E2E2E"/>
                </a:solidFill>
                <a:latin typeface="Comic Sans"/>
                <a:ea typeface="Comic Sans"/>
                <a:cs typeface="Comic Sans"/>
                <a:sym typeface="Comic Sans"/>
              </a:rPr>
              <a:t>Dev</a:t>
            </a:r>
            <a:r>
              <a:rPr lang="en-US" sz="1659">
                <a:solidFill>
                  <a:srgbClr val="2E2E2E"/>
                </a:solidFill>
                <a:latin typeface="Comic Sans"/>
                <a:ea typeface="Comic Sans"/>
                <a:cs typeface="Comic Sans"/>
                <a:sym typeface="Comic Sans"/>
              </a:rPr>
              <a:t>elops critical thinking</a:t>
            </a:r>
          </a:p>
        </p:txBody>
      </p:sp>
      <p:sp>
        <p:nvSpPr>
          <p:cNvPr name="TextBox 6" id="6"/>
          <p:cNvSpPr txBox="true"/>
          <p:nvPr/>
        </p:nvSpPr>
        <p:spPr>
          <a:xfrm rot="0">
            <a:off x="4884289" y="6108028"/>
            <a:ext cx="3026172" cy="222074"/>
          </a:xfrm>
          <a:prstGeom prst="rect">
            <a:avLst/>
          </a:prstGeom>
        </p:spPr>
        <p:txBody>
          <a:bodyPr anchor="t" rtlCol="false" tIns="0" lIns="0" bIns="0" rIns="0">
            <a:spAutoFit/>
          </a:bodyPr>
          <a:lstStyle/>
          <a:p>
            <a:pPr algn="l">
              <a:lnSpc>
                <a:spcPts val="1659"/>
              </a:lnSpc>
            </a:pPr>
            <a:r>
              <a:rPr lang="en-US" sz="1659">
                <a:solidFill>
                  <a:srgbClr val="2E2E2E"/>
                </a:solidFill>
                <a:latin typeface="Comic Sans"/>
                <a:ea typeface="Comic Sans"/>
                <a:cs typeface="Comic Sans"/>
                <a:sym typeface="Comic Sans"/>
              </a:rPr>
              <a:t>Im</a:t>
            </a:r>
            <a:r>
              <a:rPr lang="en-US" sz="1659">
                <a:solidFill>
                  <a:srgbClr val="2E2E2E"/>
                </a:solidFill>
                <a:latin typeface="Comic Sans"/>
                <a:ea typeface="Comic Sans"/>
                <a:cs typeface="Comic Sans"/>
                <a:sym typeface="Comic Sans"/>
              </a:rPr>
              <a:t>proves communication</a:t>
            </a:r>
          </a:p>
        </p:txBody>
      </p:sp>
      <p:sp>
        <p:nvSpPr>
          <p:cNvPr name="TextBox 7" id="7"/>
          <p:cNvSpPr txBox="true"/>
          <p:nvPr/>
        </p:nvSpPr>
        <p:spPr>
          <a:xfrm rot="0">
            <a:off x="1028700" y="6440725"/>
            <a:ext cx="3892559" cy="1026287"/>
          </a:xfrm>
          <a:prstGeom prst="rect">
            <a:avLst/>
          </a:prstGeom>
        </p:spPr>
        <p:txBody>
          <a:bodyPr anchor="t" rtlCol="false" tIns="0" lIns="0" bIns="0" rIns="0">
            <a:spAutoFit/>
          </a:bodyPr>
          <a:lstStyle/>
          <a:p>
            <a:pPr algn="l">
              <a:lnSpc>
                <a:spcPts val="1624"/>
              </a:lnSpc>
            </a:pPr>
            <a:r>
              <a:rPr lang="en-US" sz="1400">
                <a:solidFill>
                  <a:srgbClr val="2E2E2E"/>
                </a:solidFill>
                <a:latin typeface="Poppins"/>
                <a:ea typeface="Poppins"/>
                <a:cs typeface="Poppins"/>
                <a:sym typeface="Poppins"/>
              </a:rPr>
              <a:t>Lorem ipsum dolor sit amet, consectetur adipiscing elit, sed do eiusmod tempor incididunt ut labore et dolore magna aliqua. Ut enim ad minim veniam, quis nostrud exercitation ull</a:t>
            </a:r>
            <a:r>
              <a:rPr lang="en-US" sz="1400">
                <a:solidFill>
                  <a:srgbClr val="2E2E2E"/>
                </a:solidFill>
                <a:latin typeface="Poppins"/>
                <a:ea typeface="Poppins"/>
                <a:cs typeface="Poppins"/>
                <a:sym typeface="Poppins"/>
              </a:rPr>
              <a:t>amco </a:t>
            </a:r>
          </a:p>
        </p:txBody>
      </p:sp>
      <p:sp>
        <p:nvSpPr>
          <p:cNvPr name="TextBox 8" id="8"/>
          <p:cNvSpPr txBox="true"/>
          <p:nvPr/>
        </p:nvSpPr>
        <p:spPr>
          <a:xfrm rot="0">
            <a:off x="1028700" y="8232013"/>
            <a:ext cx="3892559" cy="1026287"/>
          </a:xfrm>
          <a:prstGeom prst="rect">
            <a:avLst/>
          </a:prstGeom>
        </p:spPr>
        <p:txBody>
          <a:bodyPr anchor="t" rtlCol="false" tIns="0" lIns="0" bIns="0" rIns="0">
            <a:spAutoFit/>
          </a:bodyPr>
          <a:lstStyle/>
          <a:p>
            <a:pPr algn="l">
              <a:lnSpc>
                <a:spcPts val="1624"/>
              </a:lnSpc>
            </a:pPr>
            <a:r>
              <a:rPr lang="en-US" sz="1400">
                <a:solidFill>
                  <a:srgbClr val="2E2E2E"/>
                </a:solidFill>
                <a:latin typeface="Poppins"/>
                <a:ea typeface="Poppins"/>
                <a:cs typeface="Poppins"/>
                <a:sym typeface="Poppins"/>
              </a:rPr>
              <a:t>Lorem ipsum dolor sit amet, consectetur adipiscing elit, sed do eiusmod tempor incididunt ut labore et dolore magna aliqua. Ut enim ad minim veniam, quis nostrud exercitation ull</a:t>
            </a:r>
            <a:r>
              <a:rPr lang="en-US" sz="1400">
                <a:solidFill>
                  <a:srgbClr val="2E2E2E"/>
                </a:solidFill>
                <a:latin typeface="Poppins"/>
                <a:ea typeface="Poppins"/>
                <a:cs typeface="Poppins"/>
                <a:sym typeface="Poppins"/>
              </a:rPr>
              <a:t>amco </a:t>
            </a:r>
          </a:p>
        </p:txBody>
      </p:sp>
      <p:sp>
        <p:nvSpPr>
          <p:cNvPr name="TextBox 9" id="9"/>
          <p:cNvSpPr txBox="true"/>
          <p:nvPr/>
        </p:nvSpPr>
        <p:spPr>
          <a:xfrm rot="0">
            <a:off x="1028700" y="1009650"/>
            <a:ext cx="2077466" cy="1826387"/>
          </a:xfrm>
          <a:prstGeom prst="rect">
            <a:avLst/>
          </a:prstGeom>
        </p:spPr>
        <p:txBody>
          <a:bodyPr anchor="t" rtlCol="false" tIns="0" lIns="0" bIns="0" rIns="0">
            <a:spAutoFit/>
          </a:bodyPr>
          <a:lstStyle/>
          <a:p>
            <a:pPr algn="l">
              <a:lnSpc>
                <a:spcPts val="1624"/>
              </a:lnSpc>
            </a:pPr>
            <a:r>
              <a:rPr lang="en-US" sz="1400" i="true">
                <a:solidFill>
                  <a:srgbClr val="2E2E2E"/>
                </a:solidFill>
                <a:latin typeface="Poppins Italics"/>
                <a:ea typeface="Poppins Italics"/>
                <a:cs typeface="Poppins Italics"/>
                <a:sym typeface="Poppins Italics"/>
              </a:rPr>
              <a:t>Lorem ipsum dolor sit amet, consectetur adipiscing elit, sed do eiusmod tempor incididunt ut labore et dolore magna aliqua. Ut enim ad minim veniam, quis nostrud exercitation ull</a:t>
            </a:r>
            <a:r>
              <a:rPr lang="en-US" sz="1400" i="true">
                <a:solidFill>
                  <a:srgbClr val="2E2E2E"/>
                </a:solidFill>
                <a:latin typeface="Poppins Italics"/>
                <a:ea typeface="Poppins Italics"/>
                <a:cs typeface="Poppins Italics"/>
                <a:sym typeface="Poppins Italics"/>
              </a:rPr>
              <a:t>amco </a:t>
            </a:r>
          </a:p>
        </p:txBody>
      </p:sp>
      <p:sp>
        <p:nvSpPr>
          <p:cNvPr name="TextBox 10" id="10"/>
          <p:cNvSpPr txBox="true"/>
          <p:nvPr/>
        </p:nvSpPr>
        <p:spPr>
          <a:xfrm rot="0">
            <a:off x="4884289" y="6440725"/>
            <a:ext cx="3892559" cy="1026287"/>
          </a:xfrm>
          <a:prstGeom prst="rect">
            <a:avLst/>
          </a:prstGeom>
        </p:spPr>
        <p:txBody>
          <a:bodyPr anchor="t" rtlCol="false" tIns="0" lIns="0" bIns="0" rIns="0">
            <a:spAutoFit/>
          </a:bodyPr>
          <a:lstStyle/>
          <a:p>
            <a:pPr algn="l">
              <a:lnSpc>
                <a:spcPts val="1624"/>
              </a:lnSpc>
            </a:pPr>
            <a:r>
              <a:rPr lang="en-US" sz="1400">
                <a:solidFill>
                  <a:srgbClr val="2E2E2E"/>
                </a:solidFill>
                <a:latin typeface="Poppins"/>
                <a:ea typeface="Poppins"/>
                <a:cs typeface="Poppins"/>
                <a:sym typeface="Poppins"/>
              </a:rPr>
              <a:t>Lorem ipsum dolor sit amet, consectetur adipiscing elit, sed do eiusmod tempor incididunt ut labore et dolore magna aliqua. Ut enim ad minim veniam, quis nostrud exercitation ull</a:t>
            </a:r>
            <a:r>
              <a:rPr lang="en-US" sz="1400">
                <a:solidFill>
                  <a:srgbClr val="2E2E2E"/>
                </a:solidFill>
                <a:latin typeface="Poppins"/>
                <a:ea typeface="Poppins"/>
                <a:cs typeface="Poppins"/>
                <a:sym typeface="Poppins"/>
              </a:rPr>
              <a:t>amco </a:t>
            </a:r>
          </a:p>
        </p:txBody>
      </p:sp>
      <p:sp>
        <p:nvSpPr>
          <p:cNvPr name="Freeform 11" id="11"/>
          <p:cNvSpPr/>
          <p:nvPr/>
        </p:nvSpPr>
        <p:spPr>
          <a:xfrm flipH="false" flipV="false" rot="-2980882">
            <a:off x="7742083" y="2993539"/>
            <a:ext cx="930324" cy="1117201"/>
          </a:xfrm>
          <a:custGeom>
            <a:avLst/>
            <a:gdLst/>
            <a:ahLst/>
            <a:cxnLst/>
            <a:rect r="r" b="b" t="t" l="l"/>
            <a:pathLst>
              <a:path h="1117201" w="930324">
                <a:moveTo>
                  <a:pt x="0" y="0"/>
                </a:moveTo>
                <a:lnTo>
                  <a:pt x="930324" y="0"/>
                </a:lnTo>
                <a:lnTo>
                  <a:pt x="930324" y="1117201"/>
                </a:lnTo>
                <a:lnTo>
                  <a:pt x="0" y="11172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12045835" y="3267920"/>
            <a:ext cx="6538671" cy="7399730"/>
          </a:xfrm>
          <a:custGeom>
            <a:avLst/>
            <a:gdLst/>
            <a:ahLst/>
            <a:cxnLst/>
            <a:rect r="r" b="b" t="t" l="l"/>
            <a:pathLst>
              <a:path h="7399730" w="6538671">
                <a:moveTo>
                  <a:pt x="0" y="0"/>
                </a:moveTo>
                <a:lnTo>
                  <a:pt x="6538671" y="0"/>
                </a:lnTo>
                <a:lnTo>
                  <a:pt x="6538671" y="7399731"/>
                </a:lnTo>
                <a:lnTo>
                  <a:pt x="0" y="73997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47185" y="1181100"/>
            <a:ext cx="4801423" cy="2987550"/>
          </a:xfrm>
          <a:prstGeom prst="rect">
            <a:avLst/>
          </a:prstGeom>
        </p:spPr>
        <p:txBody>
          <a:bodyPr anchor="t" rtlCol="false" tIns="0" lIns="0" bIns="0" rIns="0">
            <a:spAutoFit/>
          </a:bodyPr>
          <a:lstStyle/>
          <a:p>
            <a:pPr algn="l">
              <a:lnSpc>
                <a:spcPts val="7739"/>
              </a:lnSpc>
            </a:pPr>
            <a:r>
              <a:rPr lang="en-US" sz="7739">
                <a:solidFill>
                  <a:srgbClr val="2E2E2E"/>
                </a:solidFill>
                <a:latin typeface="Comic Sans"/>
                <a:ea typeface="Comic Sans"/>
                <a:cs typeface="Comic Sans"/>
                <a:sym typeface="Comic Sans"/>
              </a:rPr>
              <a:t>Learning from Mistakes</a:t>
            </a:r>
          </a:p>
        </p:txBody>
      </p:sp>
      <p:sp>
        <p:nvSpPr>
          <p:cNvPr name="TextBox 4" id="4"/>
          <p:cNvSpPr txBox="true"/>
          <p:nvPr/>
        </p:nvSpPr>
        <p:spPr>
          <a:xfrm rot="0">
            <a:off x="1028700" y="6612525"/>
            <a:ext cx="3026172" cy="222074"/>
          </a:xfrm>
          <a:prstGeom prst="rect">
            <a:avLst/>
          </a:prstGeom>
        </p:spPr>
        <p:txBody>
          <a:bodyPr anchor="t" rtlCol="false" tIns="0" lIns="0" bIns="0" rIns="0">
            <a:spAutoFit/>
          </a:bodyPr>
          <a:lstStyle/>
          <a:p>
            <a:pPr algn="l">
              <a:lnSpc>
                <a:spcPts val="1659"/>
              </a:lnSpc>
            </a:pPr>
            <a:r>
              <a:rPr lang="en-US" sz="1659">
                <a:solidFill>
                  <a:srgbClr val="2E2E2E"/>
                </a:solidFill>
                <a:latin typeface="Comic Sans"/>
                <a:ea typeface="Comic Sans"/>
                <a:cs typeface="Comic Sans"/>
                <a:sym typeface="Comic Sans"/>
              </a:rPr>
              <a:t>03</a:t>
            </a:r>
          </a:p>
        </p:txBody>
      </p:sp>
      <p:sp>
        <p:nvSpPr>
          <p:cNvPr name="TextBox 5" id="5"/>
          <p:cNvSpPr txBox="true"/>
          <p:nvPr/>
        </p:nvSpPr>
        <p:spPr>
          <a:xfrm rot="0">
            <a:off x="1028700" y="6945221"/>
            <a:ext cx="3892559" cy="1026287"/>
          </a:xfrm>
          <a:prstGeom prst="rect">
            <a:avLst/>
          </a:prstGeom>
        </p:spPr>
        <p:txBody>
          <a:bodyPr anchor="t" rtlCol="false" tIns="0" lIns="0" bIns="0" rIns="0">
            <a:spAutoFit/>
          </a:bodyPr>
          <a:lstStyle/>
          <a:p>
            <a:pPr algn="l">
              <a:lnSpc>
                <a:spcPts val="1624"/>
              </a:lnSpc>
            </a:pPr>
            <a:r>
              <a:rPr lang="en-US" sz="1400">
                <a:solidFill>
                  <a:srgbClr val="2E2E2E"/>
                </a:solidFill>
                <a:latin typeface="Poppins"/>
                <a:ea typeface="Poppins"/>
                <a:cs typeface="Poppins"/>
                <a:sym typeface="Poppins"/>
              </a:rPr>
              <a:t>Lorem ipsum dolor sit amet, consectetur adipiscing elit, sed do eiusmod tempor incididunt ut labore et dolore magna aliqua. Ut enim ad minim veniam, quis nostrud exercitation ull</a:t>
            </a:r>
            <a:r>
              <a:rPr lang="en-US" sz="1400">
                <a:solidFill>
                  <a:srgbClr val="2E2E2E"/>
                </a:solidFill>
                <a:latin typeface="Poppins"/>
                <a:ea typeface="Poppins"/>
                <a:cs typeface="Poppins"/>
                <a:sym typeface="Poppins"/>
              </a:rPr>
              <a:t>amco </a:t>
            </a:r>
          </a:p>
        </p:txBody>
      </p:sp>
      <p:sp>
        <p:nvSpPr>
          <p:cNvPr name="TextBox 6" id="6"/>
          <p:cNvSpPr txBox="true"/>
          <p:nvPr/>
        </p:nvSpPr>
        <p:spPr>
          <a:xfrm rot="0">
            <a:off x="1028700" y="4710617"/>
            <a:ext cx="3026172" cy="222074"/>
          </a:xfrm>
          <a:prstGeom prst="rect">
            <a:avLst/>
          </a:prstGeom>
        </p:spPr>
        <p:txBody>
          <a:bodyPr anchor="t" rtlCol="false" tIns="0" lIns="0" bIns="0" rIns="0">
            <a:spAutoFit/>
          </a:bodyPr>
          <a:lstStyle/>
          <a:p>
            <a:pPr algn="l">
              <a:lnSpc>
                <a:spcPts val="1659"/>
              </a:lnSpc>
            </a:pPr>
            <a:r>
              <a:rPr lang="en-US" sz="1659">
                <a:solidFill>
                  <a:srgbClr val="2E2E2E"/>
                </a:solidFill>
                <a:latin typeface="Comic Sans"/>
                <a:ea typeface="Comic Sans"/>
                <a:cs typeface="Comic Sans"/>
                <a:sym typeface="Comic Sans"/>
              </a:rPr>
              <a:t>01</a:t>
            </a:r>
          </a:p>
        </p:txBody>
      </p:sp>
      <p:sp>
        <p:nvSpPr>
          <p:cNvPr name="TextBox 7" id="7"/>
          <p:cNvSpPr txBox="true"/>
          <p:nvPr/>
        </p:nvSpPr>
        <p:spPr>
          <a:xfrm rot="0">
            <a:off x="6871728" y="4710617"/>
            <a:ext cx="3026172" cy="222074"/>
          </a:xfrm>
          <a:prstGeom prst="rect">
            <a:avLst/>
          </a:prstGeom>
        </p:spPr>
        <p:txBody>
          <a:bodyPr anchor="t" rtlCol="false" tIns="0" lIns="0" bIns="0" rIns="0">
            <a:spAutoFit/>
          </a:bodyPr>
          <a:lstStyle/>
          <a:p>
            <a:pPr algn="l">
              <a:lnSpc>
                <a:spcPts val="1659"/>
              </a:lnSpc>
            </a:pPr>
            <a:r>
              <a:rPr lang="en-US" sz="1659">
                <a:solidFill>
                  <a:srgbClr val="2E2E2E"/>
                </a:solidFill>
                <a:latin typeface="Comic Sans"/>
                <a:ea typeface="Comic Sans"/>
                <a:cs typeface="Comic Sans"/>
                <a:sym typeface="Comic Sans"/>
              </a:rPr>
              <a:t>02</a:t>
            </a:r>
          </a:p>
        </p:txBody>
      </p:sp>
      <p:sp>
        <p:nvSpPr>
          <p:cNvPr name="TextBox 8" id="8"/>
          <p:cNvSpPr txBox="true"/>
          <p:nvPr/>
        </p:nvSpPr>
        <p:spPr>
          <a:xfrm rot="0">
            <a:off x="1028700" y="5043313"/>
            <a:ext cx="3892559" cy="1026287"/>
          </a:xfrm>
          <a:prstGeom prst="rect">
            <a:avLst/>
          </a:prstGeom>
        </p:spPr>
        <p:txBody>
          <a:bodyPr anchor="t" rtlCol="false" tIns="0" lIns="0" bIns="0" rIns="0">
            <a:spAutoFit/>
          </a:bodyPr>
          <a:lstStyle/>
          <a:p>
            <a:pPr algn="l">
              <a:lnSpc>
                <a:spcPts val="1624"/>
              </a:lnSpc>
            </a:pPr>
            <a:r>
              <a:rPr lang="en-US" sz="1400">
                <a:solidFill>
                  <a:srgbClr val="2E2E2E"/>
                </a:solidFill>
                <a:latin typeface="Poppins"/>
                <a:ea typeface="Poppins"/>
                <a:cs typeface="Poppins"/>
                <a:sym typeface="Poppins"/>
              </a:rPr>
              <a:t>Lorem ipsum dolor sit amet, consectetur adipiscing elit, sed do eiusmod tempor incididunt ut labore et dolore magna aliqua. Ut enim ad minim veniam, quis nostrud exercitation ull</a:t>
            </a:r>
            <a:r>
              <a:rPr lang="en-US" sz="1400">
                <a:solidFill>
                  <a:srgbClr val="2E2E2E"/>
                </a:solidFill>
                <a:latin typeface="Poppins"/>
                <a:ea typeface="Poppins"/>
                <a:cs typeface="Poppins"/>
                <a:sym typeface="Poppins"/>
              </a:rPr>
              <a:t>amco </a:t>
            </a:r>
          </a:p>
        </p:txBody>
      </p:sp>
      <p:sp>
        <p:nvSpPr>
          <p:cNvPr name="TextBox 9" id="9"/>
          <p:cNvSpPr txBox="true"/>
          <p:nvPr/>
        </p:nvSpPr>
        <p:spPr>
          <a:xfrm rot="0">
            <a:off x="6871728" y="5043313"/>
            <a:ext cx="3892559" cy="1026287"/>
          </a:xfrm>
          <a:prstGeom prst="rect">
            <a:avLst/>
          </a:prstGeom>
        </p:spPr>
        <p:txBody>
          <a:bodyPr anchor="t" rtlCol="false" tIns="0" lIns="0" bIns="0" rIns="0">
            <a:spAutoFit/>
          </a:bodyPr>
          <a:lstStyle/>
          <a:p>
            <a:pPr algn="l">
              <a:lnSpc>
                <a:spcPts val="1624"/>
              </a:lnSpc>
            </a:pPr>
            <a:r>
              <a:rPr lang="en-US" sz="1400">
                <a:solidFill>
                  <a:srgbClr val="2E2E2E"/>
                </a:solidFill>
                <a:latin typeface="Poppins"/>
                <a:ea typeface="Poppins"/>
                <a:cs typeface="Poppins"/>
                <a:sym typeface="Poppins"/>
              </a:rPr>
              <a:t>Lorem ipsum dolor sit amet, consectetur adipiscing elit, sed do eiusmod tempor incididunt ut labore et dolore magna aliqua. Ut enim ad minim veniam, quis nostrud exercitation ull</a:t>
            </a:r>
            <a:r>
              <a:rPr lang="en-US" sz="1400">
                <a:solidFill>
                  <a:srgbClr val="2E2E2E"/>
                </a:solidFill>
                <a:latin typeface="Poppins"/>
                <a:ea typeface="Poppins"/>
                <a:cs typeface="Poppins"/>
                <a:sym typeface="Poppins"/>
              </a:rPr>
              <a:t>amco </a:t>
            </a:r>
          </a:p>
        </p:txBody>
      </p:sp>
      <p:sp>
        <p:nvSpPr>
          <p:cNvPr name="TextBox 10" id="10"/>
          <p:cNvSpPr txBox="true"/>
          <p:nvPr/>
        </p:nvSpPr>
        <p:spPr>
          <a:xfrm rot="0">
            <a:off x="6871728" y="1827857"/>
            <a:ext cx="2077466" cy="1826387"/>
          </a:xfrm>
          <a:prstGeom prst="rect">
            <a:avLst/>
          </a:prstGeom>
        </p:spPr>
        <p:txBody>
          <a:bodyPr anchor="t" rtlCol="false" tIns="0" lIns="0" bIns="0" rIns="0">
            <a:spAutoFit/>
          </a:bodyPr>
          <a:lstStyle/>
          <a:p>
            <a:pPr algn="l">
              <a:lnSpc>
                <a:spcPts val="1624"/>
              </a:lnSpc>
            </a:pPr>
            <a:r>
              <a:rPr lang="en-US" sz="1400" i="true">
                <a:solidFill>
                  <a:srgbClr val="2E2E2E"/>
                </a:solidFill>
                <a:latin typeface="Poppins Italics"/>
                <a:ea typeface="Poppins Italics"/>
                <a:cs typeface="Poppins Italics"/>
                <a:sym typeface="Poppins Italics"/>
              </a:rPr>
              <a:t>Lorem ipsum dolor sit amet, consectetur adipiscing elit, sed do eiusmod tempor incididunt ut labore et dolore magna aliqua. Ut enim ad minim veniam, quis nostrud exercitation ull</a:t>
            </a:r>
            <a:r>
              <a:rPr lang="en-US" sz="1400" i="true">
                <a:solidFill>
                  <a:srgbClr val="2E2E2E"/>
                </a:solidFill>
                <a:latin typeface="Poppins Italics"/>
                <a:ea typeface="Poppins Italics"/>
                <a:cs typeface="Poppins Italics"/>
                <a:sym typeface="Poppins Italics"/>
              </a:rPr>
              <a:t>amco </a:t>
            </a:r>
          </a:p>
        </p:txBody>
      </p:sp>
      <p:sp>
        <p:nvSpPr>
          <p:cNvPr name="TextBox 11" id="11"/>
          <p:cNvSpPr txBox="true"/>
          <p:nvPr/>
        </p:nvSpPr>
        <p:spPr>
          <a:xfrm rot="0">
            <a:off x="9968369" y="1827857"/>
            <a:ext cx="2077466" cy="1426337"/>
          </a:xfrm>
          <a:prstGeom prst="rect">
            <a:avLst/>
          </a:prstGeom>
        </p:spPr>
        <p:txBody>
          <a:bodyPr anchor="t" rtlCol="false" tIns="0" lIns="0" bIns="0" rIns="0">
            <a:spAutoFit/>
          </a:bodyPr>
          <a:lstStyle/>
          <a:p>
            <a:pPr algn="l" marL="302261" indent="-151130" lvl="1">
              <a:lnSpc>
                <a:spcPts val="1624"/>
              </a:lnSpc>
              <a:buFont typeface="Arial"/>
              <a:buChar char="•"/>
            </a:pPr>
            <a:r>
              <a:rPr lang="en-US" sz="1400" i="true">
                <a:solidFill>
                  <a:srgbClr val="2E2E2E"/>
                </a:solidFill>
                <a:latin typeface="Poppins Italics"/>
                <a:ea typeface="Poppins Italics"/>
                <a:cs typeface="Poppins Italics"/>
                <a:sym typeface="Poppins Italics"/>
              </a:rPr>
              <a:t>Mistakes are part of learning</a:t>
            </a:r>
          </a:p>
          <a:p>
            <a:pPr algn="l" marL="302261" indent="-151130" lvl="1">
              <a:lnSpc>
                <a:spcPts val="1624"/>
              </a:lnSpc>
              <a:buFont typeface="Arial"/>
              <a:buChar char="•"/>
            </a:pPr>
            <a:r>
              <a:rPr lang="en-US" sz="1400" i="true">
                <a:solidFill>
                  <a:srgbClr val="2E2E2E"/>
                </a:solidFill>
                <a:latin typeface="Poppins Italics"/>
                <a:ea typeface="Poppins Italics"/>
                <a:cs typeface="Poppins Italics"/>
                <a:sym typeface="Poppins Italics"/>
              </a:rPr>
              <a:t>They help us grow and improve</a:t>
            </a:r>
          </a:p>
          <a:p>
            <a:pPr algn="l" marL="302261" indent="-151130" lvl="1">
              <a:lnSpc>
                <a:spcPts val="1624"/>
              </a:lnSpc>
              <a:buFont typeface="Arial"/>
              <a:buChar char="•"/>
            </a:pPr>
            <a:r>
              <a:rPr lang="en-US" sz="1400" i="true">
                <a:solidFill>
                  <a:srgbClr val="2E2E2E"/>
                </a:solidFill>
                <a:latin typeface="Poppins Italics"/>
                <a:ea typeface="Poppins Italics"/>
                <a:cs typeface="Poppins Italics"/>
                <a:sym typeface="Poppins Italics"/>
              </a:rPr>
              <a:t>Learning encourages resilience</a:t>
            </a:r>
          </a:p>
        </p:txBody>
      </p:sp>
      <p:sp>
        <p:nvSpPr>
          <p:cNvPr name="Freeform 12" id="12"/>
          <p:cNvSpPr/>
          <p:nvPr/>
        </p:nvSpPr>
        <p:spPr>
          <a:xfrm flipH="false" flipV="false" rot="-2980882">
            <a:off x="4951243" y="572205"/>
            <a:ext cx="930324" cy="1117201"/>
          </a:xfrm>
          <a:custGeom>
            <a:avLst/>
            <a:gdLst/>
            <a:ahLst/>
            <a:cxnLst/>
            <a:rect r="r" b="b" t="t" l="l"/>
            <a:pathLst>
              <a:path h="1117201" w="930324">
                <a:moveTo>
                  <a:pt x="0" y="0"/>
                </a:moveTo>
                <a:lnTo>
                  <a:pt x="930324" y="0"/>
                </a:lnTo>
                <a:lnTo>
                  <a:pt x="930324" y="1117201"/>
                </a:lnTo>
                <a:lnTo>
                  <a:pt x="0" y="11172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6871728" y="6945221"/>
            <a:ext cx="3660818" cy="1026287"/>
          </a:xfrm>
          <a:prstGeom prst="rect">
            <a:avLst/>
          </a:prstGeom>
        </p:spPr>
        <p:txBody>
          <a:bodyPr anchor="t" rtlCol="false" tIns="0" lIns="0" bIns="0" rIns="0">
            <a:spAutoFit/>
          </a:bodyPr>
          <a:lstStyle/>
          <a:p>
            <a:pPr algn="l">
              <a:lnSpc>
                <a:spcPts val="1624"/>
              </a:lnSpc>
            </a:pPr>
            <a:r>
              <a:rPr lang="en-US" sz="1400">
                <a:solidFill>
                  <a:srgbClr val="2E2E2E"/>
                </a:solidFill>
                <a:latin typeface="Poppins"/>
                <a:ea typeface="Poppins"/>
                <a:cs typeface="Poppins"/>
                <a:sym typeface="Poppins"/>
              </a:rPr>
              <a:t>Lorem ipsum dolor sit amet, consectetur adipiscing elit, sed do eiusmod tempor incididunt ut labore et dolore magna aliqua. Ut enim ad minim veniam, quis nostrud exercitation ull</a:t>
            </a:r>
            <a:r>
              <a:rPr lang="en-US" sz="1400">
                <a:solidFill>
                  <a:srgbClr val="2E2E2E"/>
                </a:solidFill>
                <a:latin typeface="Poppins"/>
                <a:ea typeface="Poppins"/>
                <a:cs typeface="Poppins"/>
                <a:sym typeface="Poppins"/>
              </a:rPr>
              <a:t>amco </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5394313"/>
            <a:ext cx="4094188" cy="6526966"/>
          </a:xfrm>
          <a:custGeom>
            <a:avLst/>
            <a:gdLst/>
            <a:ahLst/>
            <a:cxnLst/>
            <a:rect r="r" b="b" t="t" l="l"/>
            <a:pathLst>
              <a:path h="6526966" w="4094188">
                <a:moveTo>
                  <a:pt x="0" y="0"/>
                </a:moveTo>
                <a:lnTo>
                  <a:pt x="4094188" y="0"/>
                </a:lnTo>
                <a:lnTo>
                  <a:pt x="4094188" y="6526966"/>
                </a:lnTo>
                <a:lnTo>
                  <a:pt x="0" y="65269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093215" y="5589666"/>
            <a:ext cx="5016023" cy="7337268"/>
          </a:xfrm>
          <a:custGeom>
            <a:avLst/>
            <a:gdLst/>
            <a:ahLst/>
            <a:cxnLst/>
            <a:rect r="r" b="b" t="t" l="l"/>
            <a:pathLst>
              <a:path h="7337268" w="5016023">
                <a:moveTo>
                  <a:pt x="0" y="0"/>
                </a:moveTo>
                <a:lnTo>
                  <a:pt x="5016023" y="0"/>
                </a:lnTo>
                <a:lnTo>
                  <a:pt x="5016023" y="7337268"/>
                </a:lnTo>
                <a:lnTo>
                  <a:pt x="0" y="73372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672596" y="5747544"/>
            <a:ext cx="5741646" cy="5167481"/>
          </a:xfrm>
          <a:custGeom>
            <a:avLst/>
            <a:gdLst/>
            <a:ahLst/>
            <a:cxnLst/>
            <a:rect r="r" b="b" t="t" l="l"/>
            <a:pathLst>
              <a:path h="5167481" w="5741646">
                <a:moveTo>
                  <a:pt x="0" y="0"/>
                </a:moveTo>
                <a:lnTo>
                  <a:pt x="5741646" y="0"/>
                </a:lnTo>
                <a:lnTo>
                  <a:pt x="5741646" y="5167481"/>
                </a:lnTo>
                <a:lnTo>
                  <a:pt x="0" y="51674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1028700" y="1181100"/>
            <a:ext cx="4360764" cy="2006431"/>
          </a:xfrm>
          <a:prstGeom prst="rect">
            <a:avLst/>
          </a:prstGeom>
        </p:spPr>
        <p:txBody>
          <a:bodyPr anchor="t" rtlCol="false" tIns="0" lIns="0" bIns="0" rIns="0">
            <a:spAutoFit/>
          </a:bodyPr>
          <a:lstStyle/>
          <a:p>
            <a:pPr algn="l">
              <a:lnSpc>
                <a:spcPts val="7739"/>
              </a:lnSpc>
            </a:pPr>
            <a:r>
              <a:rPr lang="en-US" sz="7739">
                <a:solidFill>
                  <a:srgbClr val="2E2E2E"/>
                </a:solidFill>
                <a:latin typeface="Comic Sans"/>
                <a:ea typeface="Comic Sans"/>
                <a:cs typeface="Comic Sans"/>
                <a:sym typeface="Comic Sans"/>
              </a:rPr>
              <a:t>Lifelong </a:t>
            </a:r>
            <a:r>
              <a:rPr lang="en-US" sz="7739">
                <a:solidFill>
                  <a:srgbClr val="2E2E2E"/>
                </a:solidFill>
                <a:latin typeface="Comic Sans"/>
                <a:ea typeface="Comic Sans"/>
                <a:cs typeface="Comic Sans"/>
                <a:sym typeface="Comic Sans"/>
              </a:rPr>
              <a:t>Learning</a:t>
            </a:r>
          </a:p>
        </p:txBody>
      </p:sp>
      <p:sp>
        <p:nvSpPr>
          <p:cNvPr name="TextBox 6" id="6"/>
          <p:cNvSpPr txBox="true"/>
          <p:nvPr/>
        </p:nvSpPr>
        <p:spPr>
          <a:xfrm rot="0">
            <a:off x="13930317" y="1442911"/>
            <a:ext cx="3026172" cy="222074"/>
          </a:xfrm>
          <a:prstGeom prst="rect">
            <a:avLst/>
          </a:prstGeom>
        </p:spPr>
        <p:txBody>
          <a:bodyPr anchor="t" rtlCol="false" tIns="0" lIns="0" bIns="0" rIns="0">
            <a:spAutoFit/>
          </a:bodyPr>
          <a:lstStyle/>
          <a:p>
            <a:pPr algn="l">
              <a:lnSpc>
                <a:spcPts val="1659"/>
              </a:lnSpc>
            </a:pPr>
            <a:r>
              <a:rPr lang="en-US" sz="1659">
                <a:solidFill>
                  <a:srgbClr val="2E2E2E"/>
                </a:solidFill>
                <a:latin typeface="Comic Sans"/>
                <a:ea typeface="Comic Sans"/>
                <a:cs typeface="Comic Sans"/>
                <a:sym typeface="Comic Sans"/>
              </a:rPr>
              <a:t>03</a:t>
            </a:r>
          </a:p>
        </p:txBody>
      </p:sp>
      <p:sp>
        <p:nvSpPr>
          <p:cNvPr name="TextBox 7" id="7"/>
          <p:cNvSpPr txBox="true"/>
          <p:nvPr/>
        </p:nvSpPr>
        <p:spPr>
          <a:xfrm rot="0">
            <a:off x="13930317" y="1775608"/>
            <a:ext cx="2677374" cy="1426337"/>
          </a:xfrm>
          <a:prstGeom prst="rect">
            <a:avLst/>
          </a:prstGeom>
        </p:spPr>
        <p:txBody>
          <a:bodyPr anchor="t" rtlCol="false" tIns="0" lIns="0" bIns="0" rIns="0">
            <a:spAutoFit/>
          </a:bodyPr>
          <a:lstStyle/>
          <a:p>
            <a:pPr algn="l">
              <a:lnSpc>
                <a:spcPts val="1624"/>
              </a:lnSpc>
            </a:pPr>
            <a:r>
              <a:rPr lang="en-US" sz="1400">
                <a:solidFill>
                  <a:srgbClr val="2E2E2E"/>
                </a:solidFill>
                <a:latin typeface="Poppins"/>
                <a:ea typeface="Poppins"/>
                <a:cs typeface="Poppins"/>
                <a:sym typeface="Poppins"/>
              </a:rPr>
              <a:t>Lorem ipsum dolor sit amet, consectetur adipiscing elit, sed do eiusmod tempor incididunt ut labore et dolore magna aliqua. Ut enim ad minim veniam, quis nostrud exercitation ull</a:t>
            </a:r>
            <a:r>
              <a:rPr lang="en-US" sz="1400">
                <a:solidFill>
                  <a:srgbClr val="2E2E2E"/>
                </a:solidFill>
                <a:latin typeface="Poppins"/>
                <a:ea typeface="Poppins"/>
                <a:cs typeface="Poppins"/>
                <a:sym typeface="Poppins"/>
              </a:rPr>
              <a:t>amco </a:t>
            </a:r>
          </a:p>
        </p:txBody>
      </p:sp>
      <p:sp>
        <p:nvSpPr>
          <p:cNvPr name="TextBox 8" id="8"/>
          <p:cNvSpPr txBox="true"/>
          <p:nvPr/>
        </p:nvSpPr>
        <p:spPr>
          <a:xfrm rot="0">
            <a:off x="7801773" y="1442911"/>
            <a:ext cx="3026172" cy="222074"/>
          </a:xfrm>
          <a:prstGeom prst="rect">
            <a:avLst/>
          </a:prstGeom>
        </p:spPr>
        <p:txBody>
          <a:bodyPr anchor="t" rtlCol="false" tIns="0" lIns="0" bIns="0" rIns="0">
            <a:spAutoFit/>
          </a:bodyPr>
          <a:lstStyle/>
          <a:p>
            <a:pPr algn="l">
              <a:lnSpc>
                <a:spcPts val="1659"/>
              </a:lnSpc>
            </a:pPr>
            <a:r>
              <a:rPr lang="en-US" sz="1659">
                <a:solidFill>
                  <a:srgbClr val="2E2E2E"/>
                </a:solidFill>
                <a:latin typeface="Comic Sans"/>
                <a:ea typeface="Comic Sans"/>
                <a:cs typeface="Comic Sans"/>
                <a:sym typeface="Comic Sans"/>
              </a:rPr>
              <a:t>01</a:t>
            </a:r>
          </a:p>
        </p:txBody>
      </p:sp>
      <p:sp>
        <p:nvSpPr>
          <p:cNvPr name="TextBox 9" id="9"/>
          <p:cNvSpPr txBox="true"/>
          <p:nvPr/>
        </p:nvSpPr>
        <p:spPr>
          <a:xfrm rot="0">
            <a:off x="7801773" y="1775608"/>
            <a:ext cx="2677374" cy="1426337"/>
          </a:xfrm>
          <a:prstGeom prst="rect">
            <a:avLst/>
          </a:prstGeom>
        </p:spPr>
        <p:txBody>
          <a:bodyPr anchor="t" rtlCol="false" tIns="0" lIns="0" bIns="0" rIns="0">
            <a:spAutoFit/>
          </a:bodyPr>
          <a:lstStyle/>
          <a:p>
            <a:pPr algn="l">
              <a:lnSpc>
                <a:spcPts val="1624"/>
              </a:lnSpc>
            </a:pPr>
            <a:r>
              <a:rPr lang="en-US" sz="1400">
                <a:solidFill>
                  <a:srgbClr val="2E2E2E"/>
                </a:solidFill>
                <a:latin typeface="Poppins"/>
                <a:ea typeface="Poppins"/>
                <a:cs typeface="Poppins"/>
                <a:sym typeface="Poppins"/>
              </a:rPr>
              <a:t>Lorem ipsum dolor sit amet, consectetur adipiscing elit, sed do eiusmod tempor incididunt ut labore et dolore magna aliqua. Ut enim ad minim veniam, quis nostrud exercitation ull</a:t>
            </a:r>
            <a:r>
              <a:rPr lang="en-US" sz="1400">
                <a:solidFill>
                  <a:srgbClr val="2E2E2E"/>
                </a:solidFill>
                <a:latin typeface="Poppins"/>
                <a:ea typeface="Poppins"/>
                <a:cs typeface="Poppins"/>
                <a:sym typeface="Poppins"/>
              </a:rPr>
              <a:t>amco </a:t>
            </a:r>
          </a:p>
        </p:txBody>
      </p:sp>
      <p:sp>
        <p:nvSpPr>
          <p:cNvPr name="TextBox 10" id="10"/>
          <p:cNvSpPr txBox="true"/>
          <p:nvPr/>
        </p:nvSpPr>
        <p:spPr>
          <a:xfrm rot="0">
            <a:off x="10866045" y="1442911"/>
            <a:ext cx="3026172" cy="222074"/>
          </a:xfrm>
          <a:prstGeom prst="rect">
            <a:avLst/>
          </a:prstGeom>
        </p:spPr>
        <p:txBody>
          <a:bodyPr anchor="t" rtlCol="false" tIns="0" lIns="0" bIns="0" rIns="0">
            <a:spAutoFit/>
          </a:bodyPr>
          <a:lstStyle/>
          <a:p>
            <a:pPr algn="l">
              <a:lnSpc>
                <a:spcPts val="1659"/>
              </a:lnSpc>
            </a:pPr>
            <a:r>
              <a:rPr lang="en-US" sz="1659">
                <a:solidFill>
                  <a:srgbClr val="2E2E2E"/>
                </a:solidFill>
                <a:latin typeface="Comic Sans"/>
                <a:ea typeface="Comic Sans"/>
                <a:cs typeface="Comic Sans"/>
                <a:sym typeface="Comic Sans"/>
              </a:rPr>
              <a:t>02</a:t>
            </a:r>
          </a:p>
        </p:txBody>
      </p:sp>
      <p:sp>
        <p:nvSpPr>
          <p:cNvPr name="TextBox 11" id="11"/>
          <p:cNvSpPr txBox="true"/>
          <p:nvPr/>
        </p:nvSpPr>
        <p:spPr>
          <a:xfrm rot="0">
            <a:off x="10866045" y="1775608"/>
            <a:ext cx="2677374" cy="1426337"/>
          </a:xfrm>
          <a:prstGeom prst="rect">
            <a:avLst/>
          </a:prstGeom>
        </p:spPr>
        <p:txBody>
          <a:bodyPr anchor="t" rtlCol="false" tIns="0" lIns="0" bIns="0" rIns="0">
            <a:spAutoFit/>
          </a:bodyPr>
          <a:lstStyle/>
          <a:p>
            <a:pPr algn="l">
              <a:lnSpc>
                <a:spcPts val="1624"/>
              </a:lnSpc>
            </a:pPr>
            <a:r>
              <a:rPr lang="en-US" sz="1400">
                <a:solidFill>
                  <a:srgbClr val="2E2E2E"/>
                </a:solidFill>
                <a:latin typeface="Poppins"/>
                <a:ea typeface="Poppins"/>
                <a:cs typeface="Poppins"/>
                <a:sym typeface="Poppins"/>
              </a:rPr>
              <a:t>Lorem ipsum dolor sit amet, consectetur adipiscing elit, sed do eiusmod tempor incididunt ut labore et dolore magna aliqua. Ut enim ad minim veniam, quis nostrud exercitation ull</a:t>
            </a:r>
            <a:r>
              <a:rPr lang="en-US" sz="1400">
                <a:solidFill>
                  <a:srgbClr val="2E2E2E"/>
                </a:solidFill>
                <a:latin typeface="Poppins"/>
                <a:ea typeface="Poppins"/>
                <a:cs typeface="Poppins"/>
                <a:sym typeface="Poppins"/>
              </a:rPr>
              <a:t>amco </a:t>
            </a:r>
          </a:p>
        </p:txBody>
      </p:sp>
      <p:sp>
        <p:nvSpPr>
          <p:cNvPr name="TextBox 12" id="12"/>
          <p:cNvSpPr txBox="true"/>
          <p:nvPr/>
        </p:nvSpPr>
        <p:spPr>
          <a:xfrm rot="0">
            <a:off x="1028700" y="3699199"/>
            <a:ext cx="3858575" cy="631571"/>
          </a:xfrm>
          <a:prstGeom prst="rect">
            <a:avLst/>
          </a:prstGeom>
        </p:spPr>
        <p:txBody>
          <a:bodyPr anchor="t" rtlCol="false" tIns="0" lIns="0" bIns="0" rIns="0">
            <a:spAutoFit/>
          </a:bodyPr>
          <a:lstStyle/>
          <a:p>
            <a:pPr algn="l" marL="314399" indent="-157200" lvl="1">
              <a:lnSpc>
                <a:spcPts val="1689"/>
              </a:lnSpc>
              <a:buFont typeface="Arial"/>
              <a:buChar char="•"/>
            </a:pPr>
            <a:r>
              <a:rPr lang="en-US" sz="1456" i="true">
                <a:solidFill>
                  <a:srgbClr val="2E2E2E"/>
                </a:solidFill>
                <a:latin typeface="Poppins Italics"/>
                <a:ea typeface="Poppins Italics"/>
                <a:cs typeface="Poppins Italics"/>
                <a:sym typeface="Poppins Italics"/>
              </a:rPr>
              <a:t>Learning does not stop after school</a:t>
            </a:r>
          </a:p>
          <a:p>
            <a:pPr algn="l" marL="314399" indent="-157200" lvl="1">
              <a:lnSpc>
                <a:spcPts val="1689"/>
              </a:lnSpc>
              <a:buFont typeface="Arial"/>
              <a:buChar char="•"/>
            </a:pPr>
            <a:r>
              <a:rPr lang="en-US" sz="1456" i="true">
                <a:solidFill>
                  <a:srgbClr val="2E2E2E"/>
                </a:solidFill>
                <a:latin typeface="Poppins Italics"/>
                <a:ea typeface="Poppins Italics"/>
                <a:cs typeface="Poppins Italics"/>
                <a:sym typeface="Poppins Italics"/>
              </a:rPr>
              <a:t>Continuous learning helps us adapt</a:t>
            </a:r>
          </a:p>
          <a:p>
            <a:pPr algn="l" marL="314399" indent="-157200" lvl="1">
              <a:lnSpc>
                <a:spcPts val="1689"/>
              </a:lnSpc>
              <a:buFont typeface="Arial"/>
              <a:buChar char="•"/>
            </a:pPr>
            <a:r>
              <a:rPr lang="en-US" sz="1456" i="true">
                <a:solidFill>
                  <a:srgbClr val="2E2E2E"/>
                </a:solidFill>
                <a:latin typeface="Poppins Italics"/>
                <a:ea typeface="Poppins Italics"/>
                <a:cs typeface="Poppins Italics"/>
                <a:sym typeface="Poppins Italics"/>
              </a:rPr>
              <a:t>Lifelong learning supports success</a:t>
            </a:r>
          </a:p>
        </p:txBody>
      </p:sp>
      <p:sp>
        <p:nvSpPr>
          <p:cNvPr name="Freeform 13" id="13"/>
          <p:cNvSpPr/>
          <p:nvPr/>
        </p:nvSpPr>
        <p:spPr>
          <a:xfrm flipH="false" flipV="false" rot="-2980882">
            <a:off x="4628053" y="390282"/>
            <a:ext cx="930324" cy="1117201"/>
          </a:xfrm>
          <a:custGeom>
            <a:avLst/>
            <a:gdLst/>
            <a:ahLst/>
            <a:cxnLst/>
            <a:rect r="r" b="b" t="t" l="l"/>
            <a:pathLst>
              <a:path h="1117201" w="930324">
                <a:moveTo>
                  <a:pt x="0" y="0"/>
                </a:moveTo>
                <a:lnTo>
                  <a:pt x="930324" y="0"/>
                </a:lnTo>
                <a:lnTo>
                  <a:pt x="930324" y="1117201"/>
                </a:lnTo>
                <a:lnTo>
                  <a:pt x="0" y="11172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8852248" y="1201948"/>
            <a:ext cx="5692372" cy="6032379"/>
          </a:xfrm>
          <a:custGeom>
            <a:avLst/>
            <a:gdLst/>
            <a:ahLst/>
            <a:cxnLst/>
            <a:rect r="r" b="b" t="t" l="l"/>
            <a:pathLst>
              <a:path h="6032379" w="5692372">
                <a:moveTo>
                  <a:pt x="0" y="0"/>
                </a:moveTo>
                <a:lnTo>
                  <a:pt x="5692372" y="0"/>
                </a:lnTo>
                <a:lnTo>
                  <a:pt x="5692372" y="6032379"/>
                </a:lnTo>
                <a:lnTo>
                  <a:pt x="0" y="60323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3563597"/>
            <a:ext cx="6258330" cy="3670730"/>
          </a:xfrm>
          <a:prstGeom prst="rect">
            <a:avLst/>
          </a:prstGeom>
        </p:spPr>
        <p:txBody>
          <a:bodyPr anchor="t" rtlCol="false" tIns="0" lIns="0" bIns="0" rIns="0">
            <a:spAutoFit/>
          </a:bodyPr>
          <a:lstStyle/>
          <a:p>
            <a:pPr algn="l">
              <a:lnSpc>
                <a:spcPts val="9494"/>
              </a:lnSpc>
            </a:pPr>
            <a:r>
              <a:rPr lang="en-US" sz="9494">
                <a:solidFill>
                  <a:srgbClr val="2E2E2E"/>
                </a:solidFill>
                <a:latin typeface="Comic Sans"/>
                <a:ea typeface="Comic Sans"/>
                <a:cs typeface="Comic Sans"/>
                <a:sym typeface="Comic Sans"/>
              </a:rPr>
              <a:t>How to Be a Better </a:t>
            </a:r>
            <a:r>
              <a:rPr lang="en-US" sz="9494">
                <a:solidFill>
                  <a:srgbClr val="2E2E2E"/>
                </a:solidFill>
                <a:latin typeface="Comic Sans"/>
                <a:ea typeface="Comic Sans"/>
                <a:cs typeface="Comic Sans"/>
                <a:sym typeface="Comic Sans"/>
              </a:rPr>
              <a:t>Learner</a:t>
            </a:r>
          </a:p>
        </p:txBody>
      </p:sp>
      <p:sp>
        <p:nvSpPr>
          <p:cNvPr name="TextBox 4" id="4"/>
          <p:cNvSpPr txBox="true"/>
          <p:nvPr/>
        </p:nvSpPr>
        <p:spPr>
          <a:xfrm rot="0">
            <a:off x="1028700" y="7597280"/>
            <a:ext cx="2677374" cy="1426337"/>
          </a:xfrm>
          <a:prstGeom prst="rect">
            <a:avLst/>
          </a:prstGeom>
        </p:spPr>
        <p:txBody>
          <a:bodyPr anchor="t" rtlCol="false" tIns="0" lIns="0" bIns="0" rIns="0">
            <a:spAutoFit/>
          </a:bodyPr>
          <a:lstStyle/>
          <a:p>
            <a:pPr algn="l">
              <a:lnSpc>
                <a:spcPts val="1624"/>
              </a:lnSpc>
            </a:pPr>
            <a:r>
              <a:rPr lang="en-US" sz="1400">
                <a:solidFill>
                  <a:srgbClr val="2E2E2E"/>
                </a:solidFill>
                <a:latin typeface="Poppins"/>
                <a:ea typeface="Poppins"/>
                <a:cs typeface="Poppins"/>
                <a:sym typeface="Poppins"/>
              </a:rPr>
              <a:t>Lorem ipsum dolor sit amet, consectetur adipiscing elit, sed do eiusmod tempor incididunt ut labore et dolore magna aliqua. Ut enim ad minim veniam, quis nostrud exercitation ull</a:t>
            </a:r>
            <a:r>
              <a:rPr lang="en-US" sz="1400">
                <a:solidFill>
                  <a:srgbClr val="2E2E2E"/>
                </a:solidFill>
                <a:latin typeface="Poppins"/>
                <a:ea typeface="Poppins"/>
                <a:cs typeface="Poppins"/>
                <a:sym typeface="Poppins"/>
              </a:rPr>
              <a:t>amco </a:t>
            </a:r>
          </a:p>
        </p:txBody>
      </p:sp>
      <p:sp>
        <p:nvSpPr>
          <p:cNvPr name="TextBox 5" id="5"/>
          <p:cNvSpPr txBox="true"/>
          <p:nvPr/>
        </p:nvSpPr>
        <p:spPr>
          <a:xfrm rot="0">
            <a:off x="4092972" y="7597280"/>
            <a:ext cx="2677374" cy="1426337"/>
          </a:xfrm>
          <a:prstGeom prst="rect">
            <a:avLst/>
          </a:prstGeom>
        </p:spPr>
        <p:txBody>
          <a:bodyPr anchor="t" rtlCol="false" tIns="0" lIns="0" bIns="0" rIns="0">
            <a:spAutoFit/>
          </a:bodyPr>
          <a:lstStyle/>
          <a:p>
            <a:pPr algn="l">
              <a:lnSpc>
                <a:spcPts val="1624"/>
              </a:lnSpc>
            </a:pPr>
            <a:r>
              <a:rPr lang="en-US" sz="1400">
                <a:solidFill>
                  <a:srgbClr val="2E2E2E"/>
                </a:solidFill>
                <a:latin typeface="Poppins"/>
                <a:ea typeface="Poppins"/>
                <a:cs typeface="Poppins"/>
                <a:sym typeface="Poppins"/>
              </a:rPr>
              <a:t>Lorem ipsum dolor sit amet, consectetur adipiscing elit, sed do eiusmod tempor incididunt ut labore et dolore magna aliqua. Ut enim ad minim veniam, quis nostrud exercitation ull</a:t>
            </a:r>
            <a:r>
              <a:rPr lang="en-US" sz="1400">
                <a:solidFill>
                  <a:srgbClr val="2E2E2E"/>
                </a:solidFill>
                <a:latin typeface="Poppins"/>
                <a:ea typeface="Poppins"/>
                <a:cs typeface="Poppins"/>
                <a:sym typeface="Poppins"/>
              </a:rPr>
              <a:t>amco </a:t>
            </a:r>
          </a:p>
        </p:txBody>
      </p:sp>
      <p:sp>
        <p:nvSpPr>
          <p:cNvPr name="TextBox 6" id="6"/>
          <p:cNvSpPr txBox="true"/>
          <p:nvPr/>
        </p:nvSpPr>
        <p:spPr>
          <a:xfrm rot="0">
            <a:off x="1028700" y="2222512"/>
            <a:ext cx="2550928" cy="1160110"/>
          </a:xfrm>
          <a:prstGeom prst="rect">
            <a:avLst/>
          </a:prstGeom>
        </p:spPr>
        <p:txBody>
          <a:bodyPr anchor="t" rtlCol="false" tIns="0" lIns="0" bIns="0" rIns="0">
            <a:spAutoFit/>
          </a:bodyPr>
          <a:lstStyle/>
          <a:p>
            <a:pPr algn="l">
              <a:lnSpc>
                <a:spcPts val="2298"/>
              </a:lnSpc>
            </a:pPr>
            <a:r>
              <a:rPr lang="en-US" sz="1981">
                <a:solidFill>
                  <a:srgbClr val="2E2E2E"/>
                </a:solidFill>
                <a:latin typeface="Poppins"/>
                <a:ea typeface="Poppins"/>
                <a:cs typeface="Poppins"/>
                <a:sym typeface="Poppins"/>
              </a:rPr>
              <a:t>Stay curious</a:t>
            </a:r>
          </a:p>
          <a:p>
            <a:pPr algn="l">
              <a:lnSpc>
                <a:spcPts val="2298"/>
              </a:lnSpc>
            </a:pPr>
            <a:r>
              <a:rPr lang="en-US" sz="1981">
                <a:solidFill>
                  <a:srgbClr val="2E2E2E"/>
                </a:solidFill>
                <a:latin typeface="Poppins"/>
                <a:ea typeface="Poppins"/>
                <a:cs typeface="Poppins"/>
                <a:sym typeface="Poppins"/>
              </a:rPr>
              <a:t>Ask questions</a:t>
            </a:r>
          </a:p>
          <a:p>
            <a:pPr algn="l">
              <a:lnSpc>
                <a:spcPts val="2298"/>
              </a:lnSpc>
            </a:pPr>
            <a:r>
              <a:rPr lang="en-US" sz="1981">
                <a:solidFill>
                  <a:srgbClr val="2E2E2E"/>
                </a:solidFill>
                <a:latin typeface="Poppins"/>
                <a:ea typeface="Poppins"/>
                <a:cs typeface="Poppins"/>
                <a:sym typeface="Poppins"/>
              </a:rPr>
              <a:t>Practice regularly</a:t>
            </a:r>
          </a:p>
          <a:p>
            <a:pPr algn="l">
              <a:lnSpc>
                <a:spcPts val="2298"/>
              </a:lnSpc>
            </a:pPr>
            <a:r>
              <a:rPr lang="en-US" sz="1981">
                <a:solidFill>
                  <a:srgbClr val="2E2E2E"/>
                </a:solidFill>
                <a:latin typeface="Poppins"/>
                <a:ea typeface="Poppins"/>
                <a:cs typeface="Poppins"/>
                <a:sym typeface="Poppins"/>
              </a:rPr>
              <a:t>Stay motivated</a:t>
            </a:r>
          </a:p>
        </p:txBody>
      </p:sp>
      <p:sp>
        <p:nvSpPr>
          <p:cNvPr name="TextBox 7" id="7"/>
          <p:cNvSpPr txBox="true"/>
          <p:nvPr/>
        </p:nvSpPr>
        <p:spPr>
          <a:xfrm rot="0">
            <a:off x="8852248" y="7727118"/>
            <a:ext cx="7943680" cy="1147613"/>
          </a:xfrm>
          <a:prstGeom prst="rect">
            <a:avLst/>
          </a:prstGeom>
        </p:spPr>
        <p:txBody>
          <a:bodyPr anchor="t" rtlCol="false" tIns="0" lIns="0" bIns="0" rIns="0">
            <a:spAutoFit/>
          </a:bodyPr>
          <a:lstStyle/>
          <a:p>
            <a:pPr algn="l">
              <a:lnSpc>
                <a:spcPts val="1845"/>
              </a:lnSpc>
              <a:spcBef>
                <a:spcPct val="0"/>
              </a:spcBef>
            </a:pPr>
            <a:r>
              <a:rPr lang="en-US" sz="1318">
                <a:solidFill>
                  <a:srgbClr val="525252"/>
                </a:solidFill>
                <a:latin typeface="Poppins"/>
                <a:ea typeface="Poppins"/>
                <a:cs typeface="Poppins"/>
                <a:sym typeface="Poppi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
        <p:nvSpPr>
          <p:cNvPr name="Freeform 8" id="8"/>
          <p:cNvSpPr/>
          <p:nvPr/>
        </p:nvSpPr>
        <p:spPr>
          <a:xfrm flipH="false" flipV="false" rot="-2980882">
            <a:off x="6521653" y="2707257"/>
            <a:ext cx="930324" cy="1117201"/>
          </a:xfrm>
          <a:custGeom>
            <a:avLst/>
            <a:gdLst/>
            <a:ahLst/>
            <a:cxnLst/>
            <a:rect r="r" b="b" t="t" l="l"/>
            <a:pathLst>
              <a:path h="1117201" w="930324">
                <a:moveTo>
                  <a:pt x="0" y="0"/>
                </a:moveTo>
                <a:lnTo>
                  <a:pt x="930324" y="0"/>
                </a:lnTo>
                <a:lnTo>
                  <a:pt x="930324" y="1117201"/>
                </a:lnTo>
                <a:lnTo>
                  <a:pt x="0" y="11172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true" flipV="false" rot="0">
            <a:off x="13461019" y="3807187"/>
            <a:ext cx="3861190" cy="8563122"/>
          </a:xfrm>
          <a:custGeom>
            <a:avLst/>
            <a:gdLst/>
            <a:ahLst/>
            <a:cxnLst/>
            <a:rect r="r" b="b" t="t" l="l"/>
            <a:pathLst>
              <a:path h="8563122" w="3861190">
                <a:moveTo>
                  <a:pt x="3861190" y="0"/>
                </a:moveTo>
                <a:lnTo>
                  <a:pt x="0" y="0"/>
                </a:lnTo>
                <a:lnTo>
                  <a:pt x="0" y="8563122"/>
                </a:lnTo>
                <a:lnTo>
                  <a:pt x="3861190" y="8563122"/>
                </a:lnTo>
                <a:lnTo>
                  <a:pt x="386119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0026274" y="3807187"/>
            <a:ext cx="3967438" cy="9207134"/>
          </a:xfrm>
          <a:custGeom>
            <a:avLst/>
            <a:gdLst/>
            <a:ahLst/>
            <a:cxnLst/>
            <a:rect r="r" b="b" t="t" l="l"/>
            <a:pathLst>
              <a:path h="9207134" w="3967438">
                <a:moveTo>
                  <a:pt x="3967438" y="0"/>
                </a:moveTo>
                <a:lnTo>
                  <a:pt x="0" y="0"/>
                </a:lnTo>
                <a:lnTo>
                  <a:pt x="0" y="9207133"/>
                </a:lnTo>
                <a:lnTo>
                  <a:pt x="3967438" y="9207133"/>
                </a:lnTo>
                <a:lnTo>
                  <a:pt x="396743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28700" y="4541079"/>
            <a:ext cx="6258330" cy="1263696"/>
          </a:xfrm>
          <a:prstGeom prst="rect">
            <a:avLst/>
          </a:prstGeom>
        </p:spPr>
        <p:txBody>
          <a:bodyPr anchor="t" rtlCol="false" tIns="0" lIns="0" bIns="0" rIns="0">
            <a:spAutoFit/>
          </a:bodyPr>
          <a:lstStyle/>
          <a:p>
            <a:pPr algn="l">
              <a:lnSpc>
                <a:spcPts val="9494"/>
              </a:lnSpc>
            </a:pPr>
            <a:r>
              <a:rPr lang="en-US" sz="9494">
                <a:solidFill>
                  <a:srgbClr val="2E2E2E"/>
                </a:solidFill>
                <a:latin typeface="Comic Sans"/>
                <a:ea typeface="Comic Sans"/>
                <a:cs typeface="Comic Sans"/>
                <a:sym typeface="Comic Sans"/>
              </a:rPr>
              <a:t>Conclusio</a:t>
            </a:r>
            <a:r>
              <a:rPr lang="en-US" sz="9494">
                <a:solidFill>
                  <a:srgbClr val="2E2E2E"/>
                </a:solidFill>
                <a:latin typeface="Comic Sans"/>
                <a:ea typeface="Comic Sans"/>
                <a:cs typeface="Comic Sans"/>
                <a:sym typeface="Comic Sans"/>
              </a:rPr>
              <a:t>n</a:t>
            </a:r>
          </a:p>
        </p:txBody>
      </p:sp>
      <p:sp>
        <p:nvSpPr>
          <p:cNvPr name="TextBox 5" id="5"/>
          <p:cNvSpPr txBox="true"/>
          <p:nvPr/>
        </p:nvSpPr>
        <p:spPr>
          <a:xfrm rot="0">
            <a:off x="1028700" y="7597280"/>
            <a:ext cx="2677374" cy="1426337"/>
          </a:xfrm>
          <a:prstGeom prst="rect">
            <a:avLst/>
          </a:prstGeom>
        </p:spPr>
        <p:txBody>
          <a:bodyPr anchor="t" rtlCol="false" tIns="0" lIns="0" bIns="0" rIns="0">
            <a:spAutoFit/>
          </a:bodyPr>
          <a:lstStyle/>
          <a:p>
            <a:pPr algn="l">
              <a:lnSpc>
                <a:spcPts val="1624"/>
              </a:lnSpc>
            </a:pPr>
            <a:r>
              <a:rPr lang="en-US" sz="1400">
                <a:solidFill>
                  <a:srgbClr val="2E2E2E"/>
                </a:solidFill>
                <a:latin typeface="Poppins"/>
                <a:ea typeface="Poppins"/>
                <a:cs typeface="Poppins"/>
                <a:sym typeface="Poppins"/>
              </a:rPr>
              <a:t>Lorem ipsum dolor sit amet, consectetur adipiscing elit, sed do eiusmod tempor incididunt ut labore et dolore magna aliqua. Ut enim ad minim veniam, quis nostrud exercitation ull</a:t>
            </a:r>
            <a:r>
              <a:rPr lang="en-US" sz="1400">
                <a:solidFill>
                  <a:srgbClr val="2E2E2E"/>
                </a:solidFill>
                <a:latin typeface="Poppins"/>
                <a:ea typeface="Poppins"/>
                <a:cs typeface="Poppins"/>
                <a:sym typeface="Poppins"/>
              </a:rPr>
              <a:t>amco </a:t>
            </a:r>
          </a:p>
        </p:txBody>
      </p:sp>
      <p:sp>
        <p:nvSpPr>
          <p:cNvPr name="TextBox 6" id="6"/>
          <p:cNvSpPr txBox="true"/>
          <p:nvPr/>
        </p:nvSpPr>
        <p:spPr>
          <a:xfrm rot="0">
            <a:off x="1028700" y="7035666"/>
            <a:ext cx="1530445" cy="426212"/>
          </a:xfrm>
          <a:prstGeom prst="rect">
            <a:avLst/>
          </a:prstGeom>
        </p:spPr>
        <p:txBody>
          <a:bodyPr anchor="t" rtlCol="false" tIns="0" lIns="0" bIns="0" rIns="0">
            <a:spAutoFit/>
          </a:bodyPr>
          <a:lstStyle/>
          <a:p>
            <a:pPr algn="l">
              <a:lnSpc>
                <a:spcPts val="1624"/>
              </a:lnSpc>
            </a:pPr>
            <a:r>
              <a:rPr lang="en-US" sz="1400" b="true">
                <a:solidFill>
                  <a:srgbClr val="2E2E2E"/>
                </a:solidFill>
                <a:latin typeface="Poppins Bold"/>
                <a:ea typeface="Poppins Bold"/>
                <a:cs typeface="Poppins Bold"/>
                <a:sym typeface="Poppins Bold"/>
              </a:rPr>
              <a:t>Learning is a lifelong journey</a:t>
            </a:r>
          </a:p>
        </p:txBody>
      </p:sp>
      <p:sp>
        <p:nvSpPr>
          <p:cNvPr name="TextBox 7" id="7"/>
          <p:cNvSpPr txBox="true"/>
          <p:nvPr/>
        </p:nvSpPr>
        <p:spPr>
          <a:xfrm rot="0">
            <a:off x="4092972" y="7035666"/>
            <a:ext cx="1711360" cy="426212"/>
          </a:xfrm>
          <a:prstGeom prst="rect">
            <a:avLst/>
          </a:prstGeom>
        </p:spPr>
        <p:txBody>
          <a:bodyPr anchor="t" rtlCol="false" tIns="0" lIns="0" bIns="0" rIns="0">
            <a:spAutoFit/>
          </a:bodyPr>
          <a:lstStyle/>
          <a:p>
            <a:pPr algn="l">
              <a:lnSpc>
                <a:spcPts val="1624"/>
              </a:lnSpc>
            </a:pPr>
            <a:r>
              <a:rPr lang="en-US" sz="1400" b="true">
                <a:solidFill>
                  <a:srgbClr val="2E2E2E"/>
                </a:solidFill>
                <a:latin typeface="Poppins Bold"/>
                <a:ea typeface="Poppins Bold"/>
                <a:cs typeface="Poppins Bold"/>
                <a:sym typeface="Poppins Bold"/>
              </a:rPr>
              <a:t>Every experience is a lesson</a:t>
            </a:r>
          </a:p>
        </p:txBody>
      </p:sp>
      <p:sp>
        <p:nvSpPr>
          <p:cNvPr name="TextBox 8" id="8"/>
          <p:cNvSpPr txBox="true"/>
          <p:nvPr/>
        </p:nvSpPr>
        <p:spPr>
          <a:xfrm rot="0">
            <a:off x="7160871" y="7035666"/>
            <a:ext cx="1798698" cy="426212"/>
          </a:xfrm>
          <a:prstGeom prst="rect">
            <a:avLst/>
          </a:prstGeom>
        </p:spPr>
        <p:txBody>
          <a:bodyPr anchor="t" rtlCol="false" tIns="0" lIns="0" bIns="0" rIns="0">
            <a:spAutoFit/>
          </a:bodyPr>
          <a:lstStyle/>
          <a:p>
            <a:pPr algn="l">
              <a:lnSpc>
                <a:spcPts val="1624"/>
              </a:lnSpc>
            </a:pPr>
            <a:r>
              <a:rPr lang="en-US" sz="1400" b="true">
                <a:solidFill>
                  <a:srgbClr val="2E2E2E"/>
                </a:solidFill>
                <a:latin typeface="Poppins Bold"/>
                <a:ea typeface="Poppins Bold"/>
                <a:cs typeface="Poppins Bold"/>
                <a:sym typeface="Poppins Bold"/>
              </a:rPr>
              <a:t>Keep learning to grow and succeed</a:t>
            </a:r>
          </a:p>
        </p:txBody>
      </p:sp>
      <p:sp>
        <p:nvSpPr>
          <p:cNvPr name="TextBox 9" id="9"/>
          <p:cNvSpPr txBox="true"/>
          <p:nvPr/>
        </p:nvSpPr>
        <p:spPr>
          <a:xfrm rot="0">
            <a:off x="4092972" y="7597280"/>
            <a:ext cx="2677374" cy="1426337"/>
          </a:xfrm>
          <a:prstGeom prst="rect">
            <a:avLst/>
          </a:prstGeom>
        </p:spPr>
        <p:txBody>
          <a:bodyPr anchor="t" rtlCol="false" tIns="0" lIns="0" bIns="0" rIns="0">
            <a:spAutoFit/>
          </a:bodyPr>
          <a:lstStyle/>
          <a:p>
            <a:pPr algn="l">
              <a:lnSpc>
                <a:spcPts val="1624"/>
              </a:lnSpc>
            </a:pPr>
            <a:r>
              <a:rPr lang="en-US" sz="1400">
                <a:solidFill>
                  <a:srgbClr val="2E2E2E"/>
                </a:solidFill>
                <a:latin typeface="Poppins"/>
                <a:ea typeface="Poppins"/>
                <a:cs typeface="Poppins"/>
                <a:sym typeface="Poppins"/>
              </a:rPr>
              <a:t>Lorem ipsum dolor sit amet, consectetur adipiscing elit, sed do eiusmod tempor incididunt ut labore et dolore magna aliqua. Ut enim ad minim veniam, quis nostrud exercitation ull</a:t>
            </a:r>
            <a:r>
              <a:rPr lang="en-US" sz="1400">
                <a:solidFill>
                  <a:srgbClr val="2E2E2E"/>
                </a:solidFill>
                <a:latin typeface="Poppins"/>
                <a:ea typeface="Poppins"/>
                <a:cs typeface="Poppins"/>
                <a:sym typeface="Poppins"/>
              </a:rPr>
              <a:t>amco </a:t>
            </a:r>
          </a:p>
        </p:txBody>
      </p:sp>
      <p:sp>
        <p:nvSpPr>
          <p:cNvPr name="TextBox 10" id="10"/>
          <p:cNvSpPr txBox="true"/>
          <p:nvPr/>
        </p:nvSpPr>
        <p:spPr>
          <a:xfrm rot="0">
            <a:off x="7160871" y="7597280"/>
            <a:ext cx="2677374" cy="1426337"/>
          </a:xfrm>
          <a:prstGeom prst="rect">
            <a:avLst/>
          </a:prstGeom>
        </p:spPr>
        <p:txBody>
          <a:bodyPr anchor="t" rtlCol="false" tIns="0" lIns="0" bIns="0" rIns="0">
            <a:spAutoFit/>
          </a:bodyPr>
          <a:lstStyle/>
          <a:p>
            <a:pPr algn="l">
              <a:lnSpc>
                <a:spcPts val="1624"/>
              </a:lnSpc>
            </a:pPr>
            <a:r>
              <a:rPr lang="en-US" sz="1400">
                <a:solidFill>
                  <a:srgbClr val="2E2E2E"/>
                </a:solidFill>
                <a:latin typeface="Poppins"/>
                <a:ea typeface="Poppins"/>
                <a:cs typeface="Poppins"/>
                <a:sym typeface="Poppins"/>
              </a:rPr>
              <a:t>Lorem ipsum dolor sit amet, consectetur adipiscing elit, sed do eiusmod tempor incididunt ut labore et dolore magna aliqua. Ut enim ad minim veniam, quis nostrud exercitation ull</a:t>
            </a:r>
            <a:r>
              <a:rPr lang="en-US" sz="1400">
                <a:solidFill>
                  <a:srgbClr val="2E2E2E"/>
                </a:solidFill>
                <a:latin typeface="Poppins"/>
                <a:ea typeface="Poppins"/>
                <a:cs typeface="Poppins"/>
                <a:sym typeface="Poppins"/>
              </a:rPr>
              <a:t>amco </a:t>
            </a:r>
          </a:p>
        </p:txBody>
      </p:sp>
      <p:sp>
        <p:nvSpPr>
          <p:cNvPr name="TextBox 11" id="11"/>
          <p:cNvSpPr txBox="true"/>
          <p:nvPr/>
        </p:nvSpPr>
        <p:spPr>
          <a:xfrm rot="0">
            <a:off x="1028700" y="5908161"/>
            <a:ext cx="5634397" cy="626237"/>
          </a:xfrm>
          <a:prstGeom prst="rect">
            <a:avLst/>
          </a:prstGeom>
        </p:spPr>
        <p:txBody>
          <a:bodyPr anchor="t" rtlCol="false" tIns="0" lIns="0" bIns="0" rIns="0">
            <a:spAutoFit/>
          </a:bodyPr>
          <a:lstStyle/>
          <a:p>
            <a:pPr algn="l">
              <a:lnSpc>
                <a:spcPts val="1624"/>
              </a:lnSpc>
            </a:pPr>
            <a:r>
              <a:rPr lang="en-US" sz="1400">
                <a:solidFill>
                  <a:srgbClr val="2E2E2E"/>
                </a:solidFill>
                <a:latin typeface="Poppins"/>
                <a:ea typeface="Poppins"/>
                <a:cs typeface="Poppins"/>
                <a:sym typeface="Poppins"/>
              </a:rPr>
              <a:t>Lorem ipsum dolor sit amet, consectetur adipiscing elit, sed do eiusmod tempor incididunt ut labore et dolore magna aliqua. Ut enim ad minim veniam, quis nostrud exercitation ull</a:t>
            </a:r>
            <a:r>
              <a:rPr lang="en-US" sz="1400">
                <a:solidFill>
                  <a:srgbClr val="2E2E2E"/>
                </a:solidFill>
                <a:latin typeface="Poppins"/>
                <a:ea typeface="Poppins"/>
                <a:cs typeface="Poppins"/>
                <a:sym typeface="Poppins"/>
              </a:rPr>
              <a:t>amco </a:t>
            </a:r>
          </a:p>
        </p:txBody>
      </p:sp>
      <p:sp>
        <p:nvSpPr>
          <p:cNvPr name="Freeform 12" id="12"/>
          <p:cNvSpPr/>
          <p:nvPr/>
        </p:nvSpPr>
        <p:spPr>
          <a:xfrm flipH="false" flipV="false" rot="-2980882">
            <a:off x="6821868" y="3801504"/>
            <a:ext cx="930324" cy="1117201"/>
          </a:xfrm>
          <a:custGeom>
            <a:avLst/>
            <a:gdLst/>
            <a:ahLst/>
            <a:cxnLst/>
            <a:rect r="r" b="b" t="t" l="l"/>
            <a:pathLst>
              <a:path h="1117201" w="930324">
                <a:moveTo>
                  <a:pt x="0" y="0"/>
                </a:moveTo>
                <a:lnTo>
                  <a:pt x="930324" y="0"/>
                </a:lnTo>
                <a:lnTo>
                  <a:pt x="930324" y="1117201"/>
                </a:lnTo>
                <a:lnTo>
                  <a:pt x="0" y="111720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10968931" y="1343456"/>
            <a:ext cx="5970615" cy="11855011"/>
          </a:xfrm>
          <a:custGeom>
            <a:avLst/>
            <a:gdLst/>
            <a:ahLst/>
            <a:cxnLst/>
            <a:rect r="r" b="b" t="t" l="l"/>
            <a:pathLst>
              <a:path h="11855011" w="5970615">
                <a:moveTo>
                  <a:pt x="0" y="0"/>
                </a:moveTo>
                <a:lnTo>
                  <a:pt x="5970615" y="0"/>
                </a:lnTo>
                <a:lnTo>
                  <a:pt x="5970615" y="11855012"/>
                </a:lnTo>
                <a:lnTo>
                  <a:pt x="0" y="118550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2944476"/>
            <a:ext cx="7538795" cy="2006431"/>
          </a:xfrm>
          <a:prstGeom prst="rect">
            <a:avLst/>
          </a:prstGeom>
        </p:spPr>
        <p:txBody>
          <a:bodyPr anchor="t" rtlCol="false" tIns="0" lIns="0" bIns="0" rIns="0">
            <a:spAutoFit/>
          </a:bodyPr>
          <a:lstStyle/>
          <a:p>
            <a:pPr algn="l">
              <a:lnSpc>
                <a:spcPts val="7739"/>
              </a:lnSpc>
            </a:pPr>
            <a:r>
              <a:rPr lang="en-US" sz="7739">
                <a:solidFill>
                  <a:srgbClr val="2E2E2E"/>
                </a:solidFill>
                <a:latin typeface="Comic Sans"/>
                <a:ea typeface="Comic Sans"/>
                <a:cs typeface="Comic Sans"/>
                <a:sym typeface="Comic Sans"/>
              </a:rPr>
              <a:t>What Does </a:t>
            </a:r>
            <a:r>
              <a:rPr lang="en-US" sz="7739">
                <a:solidFill>
                  <a:srgbClr val="2E2E2E"/>
                </a:solidFill>
                <a:latin typeface="Comic Sans"/>
                <a:ea typeface="Comic Sans"/>
                <a:cs typeface="Comic Sans"/>
                <a:sym typeface="Comic Sans"/>
              </a:rPr>
              <a:t>Learning Mean?</a:t>
            </a:r>
          </a:p>
        </p:txBody>
      </p:sp>
      <p:sp>
        <p:nvSpPr>
          <p:cNvPr name="TextBox 4" id="4"/>
          <p:cNvSpPr txBox="true"/>
          <p:nvPr/>
        </p:nvSpPr>
        <p:spPr>
          <a:xfrm rot="0">
            <a:off x="1028700" y="5446207"/>
            <a:ext cx="3892559" cy="515384"/>
          </a:xfrm>
          <a:prstGeom prst="rect">
            <a:avLst/>
          </a:prstGeom>
        </p:spPr>
        <p:txBody>
          <a:bodyPr anchor="t" rtlCol="false" tIns="0" lIns="0" bIns="0" rIns="0">
            <a:spAutoFit/>
          </a:bodyPr>
          <a:lstStyle/>
          <a:p>
            <a:pPr algn="l">
              <a:lnSpc>
                <a:spcPts val="2047"/>
              </a:lnSpc>
            </a:pPr>
            <a:r>
              <a:rPr lang="en-US" sz="2047">
                <a:solidFill>
                  <a:srgbClr val="2E2E2E"/>
                </a:solidFill>
                <a:latin typeface="Comic Sans"/>
                <a:ea typeface="Comic Sans"/>
                <a:cs typeface="Comic Sans"/>
                <a:sym typeface="Comic Sans"/>
              </a:rPr>
              <a:t>Learning is the process of g</a:t>
            </a:r>
            <a:r>
              <a:rPr lang="en-US" sz="2047">
                <a:solidFill>
                  <a:srgbClr val="2E2E2E"/>
                </a:solidFill>
                <a:latin typeface="Comic Sans"/>
                <a:ea typeface="Comic Sans"/>
                <a:cs typeface="Comic Sans"/>
                <a:sym typeface="Comic Sans"/>
              </a:rPr>
              <a:t>aining knowledge and skills</a:t>
            </a:r>
          </a:p>
        </p:txBody>
      </p:sp>
      <p:sp>
        <p:nvSpPr>
          <p:cNvPr name="TextBox 5" id="5"/>
          <p:cNvSpPr txBox="true"/>
          <p:nvPr/>
        </p:nvSpPr>
        <p:spPr>
          <a:xfrm rot="0">
            <a:off x="1028700" y="7598904"/>
            <a:ext cx="3892559" cy="515384"/>
          </a:xfrm>
          <a:prstGeom prst="rect">
            <a:avLst/>
          </a:prstGeom>
        </p:spPr>
        <p:txBody>
          <a:bodyPr anchor="t" rtlCol="false" tIns="0" lIns="0" bIns="0" rIns="0">
            <a:spAutoFit/>
          </a:bodyPr>
          <a:lstStyle/>
          <a:p>
            <a:pPr algn="l">
              <a:lnSpc>
                <a:spcPts val="2047"/>
              </a:lnSpc>
            </a:pPr>
            <a:r>
              <a:rPr lang="en-US" sz="2047">
                <a:solidFill>
                  <a:srgbClr val="2E2E2E"/>
                </a:solidFill>
                <a:latin typeface="Comic Sans"/>
                <a:ea typeface="Comic Sans"/>
                <a:cs typeface="Comic Sans"/>
                <a:sym typeface="Comic Sans"/>
              </a:rPr>
              <a:t>Learning happens everywhere, </a:t>
            </a:r>
            <a:r>
              <a:rPr lang="en-US" sz="2047">
                <a:solidFill>
                  <a:srgbClr val="2E2E2E"/>
                </a:solidFill>
                <a:latin typeface="Comic Sans"/>
                <a:ea typeface="Comic Sans"/>
                <a:cs typeface="Comic Sans"/>
                <a:sym typeface="Comic Sans"/>
              </a:rPr>
              <a:t>not only in school</a:t>
            </a:r>
          </a:p>
        </p:txBody>
      </p:sp>
      <p:sp>
        <p:nvSpPr>
          <p:cNvPr name="TextBox 6" id="6"/>
          <p:cNvSpPr txBox="true"/>
          <p:nvPr/>
        </p:nvSpPr>
        <p:spPr>
          <a:xfrm rot="0">
            <a:off x="1028700" y="6079316"/>
            <a:ext cx="3892559" cy="1026287"/>
          </a:xfrm>
          <a:prstGeom prst="rect">
            <a:avLst/>
          </a:prstGeom>
        </p:spPr>
        <p:txBody>
          <a:bodyPr anchor="t" rtlCol="false" tIns="0" lIns="0" bIns="0" rIns="0">
            <a:spAutoFit/>
          </a:bodyPr>
          <a:lstStyle/>
          <a:p>
            <a:pPr algn="l">
              <a:lnSpc>
                <a:spcPts val="1624"/>
              </a:lnSpc>
            </a:pPr>
            <a:r>
              <a:rPr lang="en-US" sz="1400">
                <a:solidFill>
                  <a:srgbClr val="2E2E2E"/>
                </a:solidFill>
                <a:latin typeface="Poppins"/>
                <a:ea typeface="Poppins"/>
                <a:cs typeface="Poppins"/>
                <a:sym typeface="Poppins"/>
              </a:rPr>
              <a:t>Lorem ipsum dolor sit amet, consectetur adipiscing elit, sed do eiusmod tempor incididunt ut labore et dolore magna aliqua. Ut enim ad minim veniam, quis nostrud exercitation ull</a:t>
            </a:r>
            <a:r>
              <a:rPr lang="en-US" sz="1400">
                <a:solidFill>
                  <a:srgbClr val="2E2E2E"/>
                </a:solidFill>
                <a:latin typeface="Poppins"/>
                <a:ea typeface="Poppins"/>
                <a:cs typeface="Poppins"/>
                <a:sym typeface="Poppins"/>
              </a:rPr>
              <a:t>amco </a:t>
            </a:r>
          </a:p>
        </p:txBody>
      </p:sp>
      <p:sp>
        <p:nvSpPr>
          <p:cNvPr name="TextBox 7" id="7"/>
          <p:cNvSpPr txBox="true"/>
          <p:nvPr/>
        </p:nvSpPr>
        <p:spPr>
          <a:xfrm rot="0">
            <a:off x="1028700" y="8232013"/>
            <a:ext cx="3892559" cy="1026287"/>
          </a:xfrm>
          <a:prstGeom prst="rect">
            <a:avLst/>
          </a:prstGeom>
        </p:spPr>
        <p:txBody>
          <a:bodyPr anchor="t" rtlCol="false" tIns="0" lIns="0" bIns="0" rIns="0">
            <a:spAutoFit/>
          </a:bodyPr>
          <a:lstStyle/>
          <a:p>
            <a:pPr algn="l">
              <a:lnSpc>
                <a:spcPts val="1624"/>
              </a:lnSpc>
            </a:pPr>
            <a:r>
              <a:rPr lang="en-US" sz="1400">
                <a:solidFill>
                  <a:srgbClr val="2E2E2E"/>
                </a:solidFill>
                <a:latin typeface="Poppins"/>
                <a:ea typeface="Poppins"/>
                <a:cs typeface="Poppins"/>
                <a:sym typeface="Poppins"/>
              </a:rPr>
              <a:t>Lorem ipsum dolor sit amet, consectetur adipiscing elit, sed do eiusmod tempor incididunt ut labore et dolore magna aliqua. Ut enim ad minim veniam, quis nostrud exercitation ull</a:t>
            </a:r>
            <a:r>
              <a:rPr lang="en-US" sz="1400">
                <a:solidFill>
                  <a:srgbClr val="2E2E2E"/>
                </a:solidFill>
                <a:latin typeface="Poppins"/>
                <a:ea typeface="Poppins"/>
                <a:cs typeface="Poppins"/>
                <a:sym typeface="Poppins"/>
              </a:rPr>
              <a:t>amco </a:t>
            </a:r>
          </a:p>
        </p:txBody>
      </p:sp>
      <p:sp>
        <p:nvSpPr>
          <p:cNvPr name="TextBox 8" id="8"/>
          <p:cNvSpPr txBox="true"/>
          <p:nvPr/>
        </p:nvSpPr>
        <p:spPr>
          <a:xfrm rot="0">
            <a:off x="5251441" y="5446207"/>
            <a:ext cx="2710340" cy="528255"/>
          </a:xfrm>
          <a:prstGeom prst="rect">
            <a:avLst/>
          </a:prstGeom>
        </p:spPr>
        <p:txBody>
          <a:bodyPr anchor="t" rtlCol="false" tIns="0" lIns="0" bIns="0" rIns="0">
            <a:spAutoFit/>
          </a:bodyPr>
          <a:lstStyle/>
          <a:p>
            <a:pPr algn="l">
              <a:lnSpc>
                <a:spcPts val="2047"/>
              </a:lnSpc>
            </a:pPr>
            <a:r>
              <a:rPr lang="en-US" sz="2047">
                <a:solidFill>
                  <a:srgbClr val="2E2E2E"/>
                </a:solidFill>
                <a:latin typeface="Comic Sans"/>
                <a:ea typeface="Comic Sans"/>
                <a:cs typeface="Comic Sans"/>
                <a:sym typeface="Comic Sans"/>
              </a:rPr>
              <a:t>It helps us u</a:t>
            </a:r>
            <a:r>
              <a:rPr lang="en-US" sz="2047">
                <a:solidFill>
                  <a:srgbClr val="2E2E2E"/>
                </a:solidFill>
                <a:latin typeface="Comic Sans"/>
                <a:ea typeface="Comic Sans"/>
                <a:cs typeface="Comic Sans"/>
                <a:sym typeface="Comic Sans"/>
              </a:rPr>
              <a:t>nderstand the world</a:t>
            </a:r>
          </a:p>
        </p:txBody>
      </p:sp>
      <p:sp>
        <p:nvSpPr>
          <p:cNvPr name="TextBox 9" id="9"/>
          <p:cNvSpPr txBox="true"/>
          <p:nvPr/>
        </p:nvSpPr>
        <p:spPr>
          <a:xfrm rot="0">
            <a:off x="5251441" y="6079316"/>
            <a:ext cx="3892559" cy="1026287"/>
          </a:xfrm>
          <a:prstGeom prst="rect">
            <a:avLst/>
          </a:prstGeom>
        </p:spPr>
        <p:txBody>
          <a:bodyPr anchor="t" rtlCol="false" tIns="0" lIns="0" bIns="0" rIns="0">
            <a:spAutoFit/>
          </a:bodyPr>
          <a:lstStyle/>
          <a:p>
            <a:pPr algn="l">
              <a:lnSpc>
                <a:spcPts val="1624"/>
              </a:lnSpc>
            </a:pPr>
            <a:r>
              <a:rPr lang="en-US" sz="1400">
                <a:solidFill>
                  <a:srgbClr val="2E2E2E"/>
                </a:solidFill>
                <a:latin typeface="Poppins"/>
                <a:ea typeface="Poppins"/>
                <a:cs typeface="Poppins"/>
                <a:sym typeface="Poppins"/>
              </a:rPr>
              <a:t>Lorem ipsum dolor sit amet, consectetur adipiscing elit, sed do eiusmod tempor incididunt ut labore et dolore magna aliqua. Ut enim ad minim veniam, quis nostrud exercitation ull</a:t>
            </a:r>
            <a:r>
              <a:rPr lang="en-US" sz="1400">
                <a:solidFill>
                  <a:srgbClr val="2E2E2E"/>
                </a:solidFill>
                <a:latin typeface="Poppins"/>
                <a:ea typeface="Poppins"/>
                <a:cs typeface="Poppins"/>
                <a:sym typeface="Poppins"/>
              </a:rPr>
              <a:t>amco </a:t>
            </a:r>
          </a:p>
        </p:txBody>
      </p:sp>
      <p:sp>
        <p:nvSpPr>
          <p:cNvPr name="Freeform 10" id="10"/>
          <p:cNvSpPr/>
          <p:nvPr/>
        </p:nvSpPr>
        <p:spPr>
          <a:xfrm flipH="false" flipV="false" rot="-2980882">
            <a:off x="7951951" y="2949578"/>
            <a:ext cx="930324" cy="1117201"/>
          </a:xfrm>
          <a:custGeom>
            <a:avLst/>
            <a:gdLst/>
            <a:ahLst/>
            <a:cxnLst/>
            <a:rect r="r" b="b" t="t" l="l"/>
            <a:pathLst>
              <a:path h="1117201" w="930324">
                <a:moveTo>
                  <a:pt x="0" y="0"/>
                </a:moveTo>
                <a:lnTo>
                  <a:pt x="930324" y="0"/>
                </a:lnTo>
                <a:lnTo>
                  <a:pt x="930324" y="1117201"/>
                </a:lnTo>
                <a:lnTo>
                  <a:pt x="0" y="11172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10450515" y="1028700"/>
            <a:ext cx="6713208" cy="5248508"/>
          </a:xfrm>
          <a:custGeom>
            <a:avLst/>
            <a:gdLst/>
            <a:ahLst/>
            <a:cxnLst/>
            <a:rect r="r" b="b" t="t" l="l"/>
            <a:pathLst>
              <a:path h="5248508" w="6713208">
                <a:moveTo>
                  <a:pt x="0" y="0"/>
                </a:moveTo>
                <a:lnTo>
                  <a:pt x="6713208" y="0"/>
                </a:lnTo>
                <a:lnTo>
                  <a:pt x="6713208" y="5248508"/>
                </a:lnTo>
                <a:lnTo>
                  <a:pt x="0" y="52485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4870193"/>
            <a:ext cx="7538795" cy="2006431"/>
          </a:xfrm>
          <a:prstGeom prst="rect">
            <a:avLst/>
          </a:prstGeom>
        </p:spPr>
        <p:txBody>
          <a:bodyPr anchor="t" rtlCol="false" tIns="0" lIns="0" bIns="0" rIns="0">
            <a:spAutoFit/>
          </a:bodyPr>
          <a:lstStyle/>
          <a:p>
            <a:pPr algn="l">
              <a:lnSpc>
                <a:spcPts val="7739"/>
              </a:lnSpc>
            </a:pPr>
            <a:r>
              <a:rPr lang="en-US" sz="7739">
                <a:solidFill>
                  <a:srgbClr val="2E2E2E"/>
                </a:solidFill>
                <a:latin typeface="Comic Sans"/>
                <a:ea typeface="Comic Sans"/>
                <a:cs typeface="Comic Sans"/>
                <a:sym typeface="Comic Sans"/>
              </a:rPr>
              <a:t>Why </a:t>
            </a:r>
            <a:r>
              <a:rPr lang="en-US" sz="7739">
                <a:solidFill>
                  <a:srgbClr val="2E2E2E"/>
                </a:solidFill>
                <a:latin typeface="Comic Sans"/>
                <a:ea typeface="Comic Sans"/>
                <a:cs typeface="Comic Sans"/>
                <a:sym typeface="Comic Sans"/>
              </a:rPr>
              <a:t>Learning Is Important</a:t>
            </a:r>
          </a:p>
        </p:txBody>
      </p:sp>
      <p:sp>
        <p:nvSpPr>
          <p:cNvPr name="TextBox 4" id="4"/>
          <p:cNvSpPr txBox="true"/>
          <p:nvPr/>
        </p:nvSpPr>
        <p:spPr>
          <a:xfrm rot="0">
            <a:off x="1028700" y="7598904"/>
            <a:ext cx="3892559" cy="515384"/>
          </a:xfrm>
          <a:prstGeom prst="rect">
            <a:avLst/>
          </a:prstGeom>
        </p:spPr>
        <p:txBody>
          <a:bodyPr anchor="t" rtlCol="false" tIns="0" lIns="0" bIns="0" rIns="0">
            <a:spAutoFit/>
          </a:bodyPr>
          <a:lstStyle/>
          <a:p>
            <a:pPr algn="l">
              <a:lnSpc>
                <a:spcPts val="2047"/>
              </a:lnSpc>
            </a:pPr>
            <a:r>
              <a:rPr lang="en-US" sz="2047">
                <a:solidFill>
                  <a:srgbClr val="2E2E2E"/>
                </a:solidFill>
                <a:latin typeface="Comic Sans"/>
                <a:ea typeface="Comic Sans"/>
                <a:cs typeface="Comic Sans"/>
                <a:sym typeface="Comic Sans"/>
              </a:rPr>
              <a:t>Builds </a:t>
            </a:r>
            <a:r>
              <a:rPr lang="en-US" sz="2047">
                <a:solidFill>
                  <a:srgbClr val="2E2E2E"/>
                </a:solidFill>
                <a:latin typeface="Comic Sans"/>
                <a:ea typeface="Comic Sans"/>
                <a:cs typeface="Comic Sans"/>
                <a:sym typeface="Comic Sans"/>
              </a:rPr>
              <a:t>knowledge and understanding</a:t>
            </a:r>
          </a:p>
        </p:txBody>
      </p:sp>
      <p:sp>
        <p:nvSpPr>
          <p:cNvPr name="TextBox 5" id="5"/>
          <p:cNvSpPr txBox="true"/>
          <p:nvPr/>
        </p:nvSpPr>
        <p:spPr>
          <a:xfrm rot="0">
            <a:off x="1028700" y="8232013"/>
            <a:ext cx="3892559" cy="1026287"/>
          </a:xfrm>
          <a:prstGeom prst="rect">
            <a:avLst/>
          </a:prstGeom>
        </p:spPr>
        <p:txBody>
          <a:bodyPr anchor="t" rtlCol="false" tIns="0" lIns="0" bIns="0" rIns="0">
            <a:spAutoFit/>
          </a:bodyPr>
          <a:lstStyle/>
          <a:p>
            <a:pPr algn="l">
              <a:lnSpc>
                <a:spcPts val="1624"/>
              </a:lnSpc>
            </a:pPr>
            <a:r>
              <a:rPr lang="en-US" sz="1400">
                <a:solidFill>
                  <a:srgbClr val="2E2E2E"/>
                </a:solidFill>
                <a:latin typeface="Poppins"/>
                <a:ea typeface="Poppins"/>
                <a:cs typeface="Poppins"/>
                <a:sym typeface="Poppins"/>
              </a:rPr>
              <a:t>Lorem ipsum dolor sit amet, consectetur adipiscing elit, sed do eiusmod tempor incididunt ut labore et dolore magna aliqua. Ut enim ad minim veniam, quis nostrud exercitation ull</a:t>
            </a:r>
            <a:r>
              <a:rPr lang="en-US" sz="1400">
                <a:solidFill>
                  <a:srgbClr val="2E2E2E"/>
                </a:solidFill>
                <a:latin typeface="Poppins"/>
                <a:ea typeface="Poppins"/>
                <a:cs typeface="Poppins"/>
                <a:sym typeface="Poppins"/>
              </a:rPr>
              <a:t>amco </a:t>
            </a:r>
          </a:p>
        </p:txBody>
      </p:sp>
      <p:sp>
        <p:nvSpPr>
          <p:cNvPr name="TextBox 6" id="6"/>
          <p:cNvSpPr txBox="true"/>
          <p:nvPr/>
        </p:nvSpPr>
        <p:spPr>
          <a:xfrm rot="0">
            <a:off x="9477375" y="7598904"/>
            <a:ext cx="1946280" cy="515384"/>
          </a:xfrm>
          <a:prstGeom prst="rect">
            <a:avLst/>
          </a:prstGeom>
        </p:spPr>
        <p:txBody>
          <a:bodyPr anchor="t" rtlCol="false" tIns="0" lIns="0" bIns="0" rIns="0">
            <a:spAutoFit/>
          </a:bodyPr>
          <a:lstStyle/>
          <a:p>
            <a:pPr algn="l">
              <a:lnSpc>
                <a:spcPts val="2047"/>
              </a:lnSpc>
            </a:pPr>
            <a:r>
              <a:rPr lang="en-US" sz="2047">
                <a:solidFill>
                  <a:srgbClr val="2E2E2E"/>
                </a:solidFill>
                <a:latin typeface="Comic Sans"/>
                <a:ea typeface="Comic Sans"/>
                <a:cs typeface="Comic Sans"/>
                <a:sym typeface="Comic Sans"/>
              </a:rPr>
              <a:t>Prepares us for the future</a:t>
            </a:r>
          </a:p>
        </p:txBody>
      </p:sp>
      <p:sp>
        <p:nvSpPr>
          <p:cNvPr name="TextBox 7" id="7"/>
          <p:cNvSpPr txBox="true"/>
          <p:nvPr/>
        </p:nvSpPr>
        <p:spPr>
          <a:xfrm rot="0">
            <a:off x="9477375" y="8232013"/>
            <a:ext cx="3892559" cy="1026287"/>
          </a:xfrm>
          <a:prstGeom prst="rect">
            <a:avLst/>
          </a:prstGeom>
        </p:spPr>
        <p:txBody>
          <a:bodyPr anchor="t" rtlCol="false" tIns="0" lIns="0" bIns="0" rIns="0">
            <a:spAutoFit/>
          </a:bodyPr>
          <a:lstStyle/>
          <a:p>
            <a:pPr algn="l">
              <a:lnSpc>
                <a:spcPts val="1624"/>
              </a:lnSpc>
            </a:pPr>
            <a:r>
              <a:rPr lang="en-US" sz="1400">
                <a:solidFill>
                  <a:srgbClr val="2E2E2E"/>
                </a:solidFill>
                <a:latin typeface="Poppins"/>
                <a:ea typeface="Poppins"/>
                <a:cs typeface="Poppins"/>
                <a:sym typeface="Poppins"/>
              </a:rPr>
              <a:t>Lorem ipsum dolor sit amet, consectetur adipiscing elit, sed do eiusmod tempor incididunt ut labore et dolore magna aliqua. Ut enim ad minim veniam, quis nostrud exercitation ull</a:t>
            </a:r>
            <a:r>
              <a:rPr lang="en-US" sz="1400">
                <a:solidFill>
                  <a:srgbClr val="2E2E2E"/>
                </a:solidFill>
                <a:latin typeface="Poppins"/>
                <a:ea typeface="Poppins"/>
                <a:cs typeface="Poppins"/>
                <a:sym typeface="Poppins"/>
              </a:rPr>
              <a:t>amco </a:t>
            </a:r>
          </a:p>
        </p:txBody>
      </p:sp>
      <p:sp>
        <p:nvSpPr>
          <p:cNvPr name="TextBox 8" id="8"/>
          <p:cNvSpPr txBox="true"/>
          <p:nvPr/>
        </p:nvSpPr>
        <p:spPr>
          <a:xfrm rot="0">
            <a:off x="5251441" y="7598904"/>
            <a:ext cx="2710340" cy="528255"/>
          </a:xfrm>
          <a:prstGeom prst="rect">
            <a:avLst/>
          </a:prstGeom>
        </p:spPr>
        <p:txBody>
          <a:bodyPr anchor="t" rtlCol="false" tIns="0" lIns="0" bIns="0" rIns="0">
            <a:spAutoFit/>
          </a:bodyPr>
          <a:lstStyle/>
          <a:p>
            <a:pPr algn="l">
              <a:lnSpc>
                <a:spcPts val="2047"/>
              </a:lnSpc>
            </a:pPr>
            <a:r>
              <a:rPr lang="en-US" sz="2047">
                <a:solidFill>
                  <a:srgbClr val="2E2E2E"/>
                </a:solidFill>
                <a:latin typeface="Comic Sans"/>
                <a:ea typeface="Comic Sans"/>
                <a:cs typeface="Comic Sans"/>
                <a:sym typeface="Comic Sans"/>
              </a:rPr>
              <a:t>Helps p</a:t>
            </a:r>
            <a:r>
              <a:rPr lang="en-US" sz="2047">
                <a:solidFill>
                  <a:srgbClr val="2E2E2E"/>
                </a:solidFill>
                <a:latin typeface="Comic Sans"/>
                <a:ea typeface="Comic Sans"/>
                <a:cs typeface="Comic Sans"/>
                <a:sym typeface="Comic Sans"/>
              </a:rPr>
              <a:t>ersonal development</a:t>
            </a:r>
          </a:p>
        </p:txBody>
      </p:sp>
      <p:sp>
        <p:nvSpPr>
          <p:cNvPr name="TextBox 9" id="9"/>
          <p:cNvSpPr txBox="true"/>
          <p:nvPr/>
        </p:nvSpPr>
        <p:spPr>
          <a:xfrm rot="0">
            <a:off x="5251441" y="8232013"/>
            <a:ext cx="3892559" cy="1026287"/>
          </a:xfrm>
          <a:prstGeom prst="rect">
            <a:avLst/>
          </a:prstGeom>
        </p:spPr>
        <p:txBody>
          <a:bodyPr anchor="t" rtlCol="false" tIns="0" lIns="0" bIns="0" rIns="0">
            <a:spAutoFit/>
          </a:bodyPr>
          <a:lstStyle/>
          <a:p>
            <a:pPr algn="l">
              <a:lnSpc>
                <a:spcPts val="1624"/>
              </a:lnSpc>
            </a:pPr>
            <a:r>
              <a:rPr lang="en-US" sz="1400">
                <a:solidFill>
                  <a:srgbClr val="2E2E2E"/>
                </a:solidFill>
                <a:latin typeface="Poppins"/>
                <a:ea typeface="Poppins"/>
                <a:cs typeface="Poppins"/>
                <a:sym typeface="Poppins"/>
              </a:rPr>
              <a:t>Lorem ipsum dolor sit amet, consectetur adipiscing elit, sed do eiusmod tempor incididunt ut labore et dolore magna aliqua. Ut enim ad minim veniam, quis nostrud exercitation ull</a:t>
            </a:r>
            <a:r>
              <a:rPr lang="en-US" sz="1400">
                <a:solidFill>
                  <a:srgbClr val="2E2E2E"/>
                </a:solidFill>
                <a:latin typeface="Poppins"/>
                <a:ea typeface="Poppins"/>
                <a:cs typeface="Poppins"/>
                <a:sym typeface="Poppins"/>
              </a:rPr>
              <a:t>amco </a:t>
            </a:r>
          </a:p>
        </p:txBody>
      </p:sp>
      <p:sp>
        <p:nvSpPr>
          <p:cNvPr name="Freeform 10" id="10"/>
          <p:cNvSpPr/>
          <p:nvPr/>
        </p:nvSpPr>
        <p:spPr>
          <a:xfrm flipH="false" flipV="false" rot="-2980882">
            <a:off x="7375446" y="4159192"/>
            <a:ext cx="930324" cy="1117201"/>
          </a:xfrm>
          <a:custGeom>
            <a:avLst/>
            <a:gdLst/>
            <a:ahLst/>
            <a:cxnLst/>
            <a:rect r="r" b="b" t="t" l="l"/>
            <a:pathLst>
              <a:path h="1117201" w="930324">
                <a:moveTo>
                  <a:pt x="0" y="0"/>
                </a:moveTo>
                <a:lnTo>
                  <a:pt x="930324" y="0"/>
                </a:lnTo>
                <a:lnTo>
                  <a:pt x="930324" y="1117202"/>
                </a:lnTo>
                <a:lnTo>
                  <a:pt x="0" y="11172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true" flipV="false" rot="0">
            <a:off x="11169737" y="2103885"/>
            <a:ext cx="7094014" cy="10376883"/>
          </a:xfrm>
          <a:custGeom>
            <a:avLst/>
            <a:gdLst/>
            <a:ahLst/>
            <a:cxnLst/>
            <a:rect r="r" b="b" t="t" l="l"/>
            <a:pathLst>
              <a:path h="10376883" w="7094014">
                <a:moveTo>
                  <a:pt x="7094014" y="0"/>
                </a:moveTo>
                <a:lnTo>
                  <a:pt x="0" y="0"/>
                </a:lnTo>
                <a:lnTo>
                  <a:pt x="0" y="10376883"/>
                </a:lnTo>
                <a:lnTo>
                  <a:pt x="7094014" y="10376883"/>
                </a:lnTo>
                <a:lnTo>
                  <a:pt x="709401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51123" y="3089900"/>
            <a:ext cx="8092877" cy="3113147"/>
          </a:xfrm>
          <a:prstGeom prst="rect">
            <a:avLst/>
          </a:prstGeom>
        </p:spPr>
        <p:txBody>
          <a:bodyPr anchor="t" rtlCol="false" tIns="0" lIns="0" bIns="0" rIns="0">
            <a:spAutoFit/>
          </a:bodyPr>
          <a:lstStyle/>
          <a:p>
            <a:pPr algn="l">
              <a:lnSpc>
                <a:spcPts val="11939"/>
              </a:lnSpc>
            </a:pPr>
            <a:r>
              <a:rPr lang="en-US" sz="11939">
                <a:solidFill>
                  <a:srgbClr val="2E2E2E"/>
                </a:solidFill>
                <a:latin typeface="Comic Sans"/>
                <a:ea typeface="Comic Sans"/>
                <a:cs typeface="Comic Sans"/>
                <a:sym typeface="Comic Sans"/>
              </a:rPr>
              <a:t>Thank You</a:t>
            </a:r>
          </a:p>
          <a:p>
            <a:pPr algn="l">
              <a:lnSpc>
                <a:spcPts val="11939"/>
              </a:lnSpc>
            </a:pPr>
            <a:r>
              <a:rPr lang="en-US" sz="11939">
                <a:solidFill>
                  <a:srgbClr val="2E2E2E"/>
                </a:solidFill>
                <a:latin typeface="Comic Sans"/>
                <a:ea typeface="Comic Sans"/>
                <a:cs typeface="Comic Sans"/>
                <a:sym typeface="Comic Sans"/>
              </a:rPr>
              <a:t>Very Much</a:t>
            </a:r>
          </a:p>
        </p:txBody>
      </p:sp>
      <p:sp>
        <p:nvSpPr>
          <p:cNvPr name="TextBox 4" id="4"/>
          <p:cNvSpPr txBox="true"/>
          <p:nvPr/>
        </p:nvSpPr>
        <p:spPr>
          <a:xfrm rot="0">
            <a:off x="1028700" y="984963"/>
            <a:ext cx="2626518" cy="25971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Poppins"/>
                <a:ea typeface="Poppins"/>
                <a:cs typeface="Poppins"/>
                <a:sym typeface="Poppins"/>
              </a:rPr>
              <a:t>Warner &amp; Spencer</a:t>
            </a:r>
          </a:p>
        </p:txBody>
      </p:sp>
      <p:sp>
        <p:nvSpPr>
          <p:cNvPr name="TextBox 5" id="5"/>
          <p:cNvSpPr txBox="true"/>
          <p:nvPr/>
        </p:nvSpPr>
        <p:spPr>
          <a:xfrm rot="0">
            <a:off x="4662194" y="984963"/>
            <a:ext cx="2626518" cy="259715"/>
          </a:xfrm>
          <a:prstGeom prst="rect">
            <a:avLst/>
          </a:prstGeom>
        </p:spPr>
        <p:txBody>
          <a:bodyPr anchor="t" rtlCol="false" tIns="0" lIns="0" bIns="0" rIns="0">
            <a:spAutoFit/>
          </a:bodyPr>
          <a:lstStyle/>
          <a:p>
            <a:pPr algn="ctr">
              <a:lnSpc>
                <a:spcPts val="1960"/>
              </a:lnSpc>
              <a:spcBef>
                <a:spcPct val="0"/>
              </a:spcBef>
            </a:pPr>
            <a:r>
              <a:rPr lang="en-US" sz="1400">
                <a:solidFill>
                  <a:srgbClr val="525252"/>
                </a:solidFill>
                <a:latin typeface="Poppins"/>
                <a:ea typeface="Poppins"/>
                <a:cs typeface="Poppins"/>
                <a:sym typeface="Poppins"/>
              </a:rPr>
              <a:t>@reallygreatsite</a:t>
            </a:r>
          </a:p>
        </p:txBody>
      </p:sp>
      <p:sp>
        <p:nvSpPr>
          <p:cNvPr name="TextBox 6" id="6"/>
          <p:cNvSpPr txBox="true"/>
          <p:nvPr/>
        </p:nvSpPr>
        <p:spPr>
          <a:xfrm rot="0">
            <a:off x="1028700" y="8998585"/>
            <a:ext cx="3491126" cy="25971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Poppins"/>
                <a:ea typeface="Poppins"/>
                <a:cs typeface="Poppins"/>
                <a:sym typeface="Poppins"/>
              </a:rPr>
              <a:t>Presented By Olivia Wilson</a:t>
            </a:r>
          </a:p>
        </p:txBody>
      </p:sp>
      <p:sp>
        <p:nvSpPr>
          <p:cNvPr name="TextBox 7" id="7"/>
          <p:cNvSpPr txBox="true"/>
          <p:nvPr/>
        </p:nvSpPr>
        <p:spPr>
          <a:xfrm rot="0">
            <a:off x="8543218" y="984963"/>
            <a:ext cx="2626518" cy="259715"/>
          </a:xfrm>
          <a:prstGeom prst="rect">
            <a:avLst/>
          </a:prstGeom>
        </p:spPr>
        <p:txBody>
          <a:bodyPr anchor="t" rtlCol="false" tIns="0" lIns="0" bIns="0" rIns="0">
            <a:spAutoFit/>
          </a:bodyPr>
          <a:lstStyle/>
          <a:p>
            <a:pPr algn="l">
              <a:lnSpc>
                <a:spcPts val="1960"/>
              </a:lnSpc>
              <a:spcBef>
                <a:spcPct val="0"/>
              </a:spcBef>
            </a:pPr>
            <a:r>
              <a:rPr lang="en-US" sz="1400" spc="-28">
                <a:solidFill>
                  <a:srgbClr val="525252"/>
                </a:solidFill>
                <a:latin typeface="Poppins"/>
                <a:ea typeface="Poppins"/>
                <a:cs typeface="Poppins"/>
                <a:sym typeface="Poppins"/>
              </a:rPr>
              <a:t>+123-456-7890</a:t>
            </a:r>
          </a:p>
        </p:txBody>
      </p:sp>
      <p:sp>
        <p:nvSpPr>
          <p:cNvPr name="TextBox 8" id="8"/>
          <p:cNvSpPr txBox="true"/>
          <p:nvPr/>
        </p:nvSpPr>
        <p:spPr>
          <a:xfrm rot="0">
            <a:off x="8543218" y="8998585"/>
            <a:ext cx="3491126" cy="259715"/>
          </a:xfrm>
          <a:prstGeom prst="rect">
            <a:avLst/>
          </a:prstGeom>
        </p:spPr>
        <p:txBody>
          <a:bodyPr anchor="t" rtlCol="false" tIns="0" lIns="0" bIns="0" rIns="0">
            <a:spAutoFit/>
          </a:bodyPr>
          <a:lstStyle/>
          <a:p>
            <a:pPr algn="l">
              <a:lnSpc>
                <a:spcPts val="1960"/>
              </a:lnSpc>
              <a:spcBef>
                <a:spcPct val="0"/>
              </a:spcBef>
            </a:pPr>
            <a:r>
              <a:rPr lang="en-US" sz="1400">
                <a:solidFill>
                  <a:srgbClr val="525252"/>
                </a:solidFill>
                <a:latin typeface="Poppins"/>
                <a:ea typeface="Poppins"/>
                <a:cs typeface="Poppins"/>
                <a:sym typeface="Poppins"/>
              </a:rPr>
              <a:t>January 10, 2027</a:t>
            </a:r>
          </a:p>
        </p:txBody>
      </p:sp>
      <p:sp>
        <p:nvSpPr>
          <p:cNvPr name="TextBox 9" id="9"/>
          <p:cNvSpPr txBox="true"/>
          <p:nvPr/>
        </p:nvSpPr>
        <p:spPr>
          <a:xfrm rot="0">
            <a:off x="1028700" y="6550724"/>
            <a:ext cx="7943680" cy="1147613"/>
          </a:xfrm>
          <a:prstGeom prst="rect">
            <a:avLst/>
          </a:prstGeom>
        </p:spPr>
        <p:txBody>
          <a:bodyPr anchor="t" rtlCol="false" tIns="0" lIns="0" bIns="0" rIns="0">
            <a:spAutoFit/>
          </a:bodyPr>
          <a:lstStyle/>
          <a:p>
            <a:pPr algn="l">
              <a:lnSpc>
                <a:spcPts val="1845"/>
              </a:lnSpc>
              <a:spcBef>
                <a:spcPct val="0"/>
              </a:spcBef>
            </a:pPr>
            <a:r>
              <a:rPr lang="en-US" sz="1318">
                <a:solidFill>
                  <a:srgbClr val="525252"/>
                </a:solidFill>
                <a:latin typeface="Poppins"/>
                <a:ea typeface="Poppins"/>
                <a:cs typeface="Poppins"/>
                <a:sym typeface="Poppi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
        <p:nvSpPr>
          <p:cNvPr name="Freeform 10" id="10"/>
          <p:cNvSpPr/>
          <p:nvPr/>
        </p:nvSpPr>
        <p:spPr>
          <a:xfrm flipH="false" flipV="false" rot="-2980882">
            <a:off x="8374384" y="2530806"/>
            <a:ext cx="930324" cy="1117201"/>
          </a:xfrm>
          <a:custGeom>
            <a:avLst/>
            <a:gdLst/>
            <a:ahLst/>
            <a:cxnLst/>
            <a:rect r="r" b="b" t="t" l="l"/>
            <a:pathLst>
              <a:path h="1117201" w="930324">
                <a:moveTo>
                  <a:pt x="0" y="0"/>
                </a:moveTo>
                <a:lnTo>
                  <a:pt x="930324" y="0"/>
                </a:lnTo>
                <a:lnTo>
                  <a:pt x="930324" y="1117201"/>
                </a:lnTo>
                <a:lnTo>
                  <a:pt x="0" y="11172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DAHJ2ZkgmSo</dc:identifier>
  <dcterms:modified xsi:type="dcterms:W3CDTF">2011-08-01T06:04:30Z</dcterms:modified>
  <cp:revision>1</cp:revision>
  <dc:title>Green White Illustration Learning Presentation</dc:title>
</cp:coreProperties>
</file>