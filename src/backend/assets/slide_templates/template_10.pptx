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Higuen Elegant Serif" charset="1" panose="00000000000000000000"/>
      <p:regular r:id="rId26"/>
    </p:embeddedFont>
    <p:embeddedFont>
      <p:font typeface="Droid Serif" charset="1" panose="02020600060500020200"/>
      <p:regular r:id="rId27"/>
    </p:embeddedFont>
    <p:embeddedFont>
      <p:font typeface="Droid Serif Bold" charset="1" panose="020208000605000202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761153" y="-4775721"/>
            <a:ext cx="9340051" cy="9340051"/>
          </a:xfrm>
          <a:custGeom>
            <a:avLst/>
            <a:gdLst/>
            <a:ahLst/>
            <a:cxnLst/>
            <a:rect r="r" b="b" t="t" l="l"/>
            <a:pathLst>
              <a:path h="9340051" w="9340051">
                <a:moveTo>
                  <a:pt x="0" y="0"/>
                </a:moveTo>
                <a:lnTo>
                  <a:pt x="9340051" y="0"/>
                </a:lnTo>
                <a:lnTo>
                  <a:pt x="9340051"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72258" y="8420105"/>
            <a:ext cx="1477007" cy="1477007"/>
          </a:xfrm>
          <a:custGeom>
            <a:avLst/>
            <a:gdLst/>
            <a:ahLst/>
            <a:cxnLst/>
            <a:rect r="r" b="b" t="t" l="l"/>
            <a:pathLst>
              <a:path h="1477007" w="1477007">
                <a:moveTo>
                  <a:pt x="0" y="0"/>
                </a:moveTo>
                <a:lnTo>
                  <a:pt x="1477007" y="0"/>
                </a:lnTo>
                <a:lnTo>
                  <a:pt x="1477007" y="1477007"/>
                </a:lnTo>
                <a:lnTo>
                  <a:pt x="0" y="14770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647961" y="1840201"/>
            <a:ext cx="1739508" cy="1739508"/>
          </a:xfrm>
          <a:custGeom>
            <a:avLst/>
            <a:gdLst/>
            <a:ahLst/>
            <a:cxnLst/>
            <a:rect r="r" b="b" t="t" l="l"/>
            <a:pathLst>
              <a:path h="1739508" w="1739508">
                <a:moveTo>
                  <a:pt x="0" y="0"/>
                </a:moveTo>
                <a:lnTo>
                  <a:pt x="1739508" y="0"/>
                </a:lnTo>
                <a:lnTo>
                  <a:pt x="1739508" y="1739508"/>
                </a:lnTo>
                <a:lnTo>
                  <a:pt x="0" y="17395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786170" y="-1965086"/>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7839712"/>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378069" y="2606914"/>
            <a:ext cx="6332692" cy="6033329"/>
          </a:xfrm>
          <a:custGeom>
            <a:avLst/>
            <a:gdLst/>
            <a:ahLst/>
            <a:cxnLst/>
            <a:rect r="r" b="b" t="t" l="l"/>
            <a:pathLst>
              <a:path h="6033329" w="6332692">
                <a:moveTo>
                  <a:pt x="0" y="0"/>
                </a:moveTo>
                <a:lnTo>
                  <a:pt x="6332693" y="0"/>
                </a:lnTo>
                <a:lnTo>
                  <a:pt x="6332693" y="6033329"/>
                </a:lnTo>
                <a:lnTo>
                  <a:pt x="0" y="60333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71633" y="1028700"/>
            <a:ext cx="1782260" cy="1782260"/>
          </a:xfrm>
          <a:custGeom>
            <a:avLst/>
            <a:gdLst/>
            <a:ahLst/>
            <a:cxnLst/>
            <a:rect r="r" b="b" t="t" l="l"/>
            <a:pathLst>
              <a:path h="1782260" w="1782260">
                <a:moveTo>
                  <a:pt x="0" y="0"/>
                </a:moveTo>
                <a:lnTo>
                  <a:pt x="1782260" y="0"/>
                </a:lnTo>
                <a:lnTo>
                  <a:pt x="1782260" y="1782260"/>
                </a:lnTo>
                <a:lnTo>
                  <a:pt x="0" y="178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3014755"/>
            <a:ext cx="8209243" cy="3252309"/>
          </a:xfrm>
          <a:prstGeom prst="rect">
            <a:avLst/>
          </a:prstGeom>
        </p:spPr>
        <p:txBody>
          <a:bodyPr anchor="t" rtlCol="false" tIns="0" lIns="0" bIns="0" rIns="0">
            <a:spAutoFit/>
          </a:bodyPr>
          <a:lstStyle/>
          <a:p>
            <a:pPr algn="l">
              <a:lnSpc>
                <a:spcPts val="12383"/>
              </a:lnSpc>
            </a:pPr>
            <a:r>
              <a:rPr lang="en-US" sz="13034">
                <a:solidFill>
                  <a:srgbClr val="6154A4"/>
                </a:solidFill>
                <a:latin typeface="Higuen Elegant Serif"/>
                <a:ea typeface="Higuen Elegant Serif"/>
                <a:cs typeface="Higuen Elegant Serif"/>
                <a:sym typeface="Higuen Elegant Serif"/>
              </a:rPr>
              <a:t>THESIS DEFENSE</a:t>
            </a:r>
          </a:p>
        </p:txBody>
      </p:sp>
      <p:sp>
        <p:nvSpPr>
          <p:cNvPr name="TextBox 12" id="12"/>
          <p:cNvSpPr txBox="true"/>
          <p:nvPr/>
        </p:nvSpPr>
        <p:spPr>
          <a:xfrm rot="0">
            <a:off x="1028700" y="6114620"/>
            <a:ext cx="8209243" cy="514350"/>
          </a:xfrm>
          <a:prstGeom prst="rect">
            <a:avLst/>
          </a:prstGeom>
        </p:spPr>
        <p:txBody>
          <a:bodyPr anchor="t" rtlCol="false" tIns="0" lIns="0" bIns="0" rIns="0">
            <a:spAutoFit/>
          </a:bodyPr>
          <a:lstStyle/>
          <a:p>
            <a:pPr algn="l">
              <a:lnSpc>
                <a:spcPts val="3705"/>
              </a:lnSpc>
            </a:pPr>
            <a:r>
              <a:rPr lang="en-US" sz="3900">
                <a:solidFill>
                  <a:srgbClr val="6154A4"/>
                </a:solidFill>
                <a:latin typeface="Higuen Elegant Serif"/>
                <a:ea typeface="Higuen Elegant Serif"/>
                <a:cs typeface="Higuen Elegant Serif"/>
                <a:sym typeface="Higuen Elegant Serif"/>
              </a:rPr>
              <a:t>Presentation by Olivia Wilson</a:t>
            </a:r>
          </a:p>
        </p:txBody>
      </p:sp>
      <p:sp>
        <p:nvSpPr>
          <p:cNvPr name="TextBox 13" id="13"/>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031932" y="7648747"/>
            <a:ext cx="1856936" cy="1856936"/>
          </a:xfrm>
          <a:custGeom>
            <a:avLst/>
            <a:gdLst/>
            <a:ahLst/>
            <a:cxnLst/>
            <a:rect r="r" b="b" t="t" l="l"/>
            <a:pathLst>
              <a:path h="1856936" w="1856936">
                <a:moveTo>
                  <a:pt x="0" y="0"/>
                </a:moveTo>
                <a:lnTo>
                  <a:pt x="1856937" y="0"/>
                </a:lnTo>
                <a:lnTo>
                  <a:pt x="1856937"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770513" y="-1355727"/>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1927" y="7200900"/>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80165" y="-168081"/>
            <a:ext cx="1196781" cy="1196781"/>
          </a:xfrm>
          <a:custGeom>
            <a:avLst/>
            <a:gdLst/>
            <a:ahLst/>
            <a:cxnLst/>
            <a:rect r="r" b="b" t="t" l="l"/>
            <a:pathLst>
              <a:path h="1196781" w="1196781">
                <a:moveTo>
                  <a:pt x="0" y="0"/>
                </a:moveTo>
                <a:lnTo>
                  <a:pt x="1196781" y="0"/>
                </a:lnTo>
                <a:lnTo>
                  <a:pt x="1196781" y="1196781"/>
                </a:lnTo>
                <a:lnTo>
                  <a:pt x="0" y="11967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670025" y="2232033"/>
            <a:ext cx="8947949" cy="1273154"/>
          </a:xfrm>
          <a:prstGeom prst="rect">
            <a:avLst/>
          </a:prstGeom>
        </p:spPr>
        <p:txBody>
          <a:bodyPr anchor="t" rtlCol="false" tIns="0" lIns="0" bIns="0" rIns="0">
            <a:spAutoFit/>
          </a:bodyPr>
          <a:lstStyle/>
          <a:p>
            <a:pPr algn="ctr">
              <a:lnSpc>
                <a:spcPts val="9309"/>
              </a:lnSpc>
            </a:pPr>
            <a:r>
              <a:rPr lang="en-US" sz="9799">
                <a:solidFill>
                  <a:srgbClr val="6154A4"/>
                </a:solidFill>
                <a:latin typeface="Higuen Elegant Serif"/>
                <a:ea typeface="Higuen Elegant Serif"/>
                <a:cs typeface="Higuen Elegant Serif"/>
                <a:sym typeface="Higuen Elegant Serif"/>
              </a:rPr>
              <a:t>OVERVIEW</a:t>
            </a:r>
          </a:p>
        </p:txBody>
      </p:sp>
      <p:sp>
        <p:nvSpPr>
          <p:cNvPr name="TextBox 11" id="11"/>
          <p:cNvSpPr txBox="true"/>
          <p:nvPr/>
        </p:nvSpPr>
        <p:spPr>
          <a:xfrm rot="0">
            <a:off x="4865055" y="3649351"/>
            <a:ext cx="8557891" cy="4129151"/>
          </a:xfrm>
          <a:prstGeom prst="rect">
            <a:avLst/>
          </a:prstGeom>
        </p:spPr>
        <p:txBody>
          <a:bodyPr anchor="t" rtlCol="false" tIns="0" lIns="0" bIns="0" rIns="0">
            <a:spAutoFit/>
          </a:bodyPr>
          <a:lstStyle/>
          <a:p>
            <a:pPr algn="ctr">
              <a:lnSpc>
                <a:spcPts val="5451"/>
              </a:lnSpc>
            </a:pPr>
            <a:r>
              <a:rPr lang="en-US" sz="4699">
                <a:solidFill>
                  <a:srgbClr val="6154A4"/>
                </a:solidFill>
                <a:latin typeface="Droid Serif"/>
                <a:ea typeface="Droid Serif"/>
                <a:cs typeface="Droid Serif"/>
                <a:sym typeface="Droid Serif"/>
              </a:rPr>
              <a:t>Introduction</a:t>
            </a:r>
          </a:p>
          <a:p>
            <a:pPr algn="ctr">
              <a:lnSpc>
                <a:spcPts val="5451"/>
              </a:lnSpc>
            </a:pPr>
            <a:r>
              <a:rPr lang="en-US" sz="4699">
                <a:solidFill>
                  <a:srgbClr val="6154A4"/>
                </a:solidFill>
                <a:latin typeface="Droid Serif"/>
                <a:ea typeface="Droid Serif"/>
                <a:cs typeface="Droid Serif"/>
                <a:sym typeface="Droid Serif"/>
              </a:rPr>
              <a:t>Research Problems</a:t>
            </a:r>
          </a:p>
          <a:p>
            <a:pPr algn="ctr">
              <a:lnSpc>
                <a:spcPts val="5451"/>
              </a:lnSpc>
            </a:pPr>
            <a:r>
              <a:rPr lang="en-US" sz="4699">
                <a:solidFill>
                  <a:srgbClr val="6154A4"/>
                </a:solidFill>
                <a:latin typeface="Droid Serif"/>
                <a:ea typeface="Droid Serif"/>
                <a:cs typeface="Droid Serif"/>
                <a:sym typeface="Droid Serif"/>
              </a:rPr>
              <a:t>Literature Review</a:t>
            </a:r>
          </a:p>
          <a:p>
            <a:pPr algn="ctr">
              <a:lnSpc>
                <a:spcPts val="5451"/>
              </a:lnSpc>
            </a:pPr>
            <a:r>
              <a:rPr lang="en-US" sz="4699">
                <a:solidFill>
                  <a:srgbClr val="6154A4"/>
                </a:solidFill>
                <a:latin typeface="Droid Serif"/>
                <a:ea typeface="Droid Serif"/>
                <a:cs typeface="Droid Serif"/>
                <a:sym typeface="Droid Serif"/>
              </a:rPr>
              <a:t>Results</a:t>
            </a:r>
          </a:p>
          <a:p>
            <a:pPr algn="ctr">
              <a:lnSpc>
                <a:spcPts val="5451"/>
              </a:lnSpc>
            </a:pPr>
            <a:r>
              <a:rPr lang="en-US" sz="4699">
                <a:solidFill>
                  <a:srgbClr val="6154A4"/>
                </a:solidFill>
                <a:latin typeface="Droid Serif"/>
                <a:ea typeface="Droid Serif"/>
                <a:cs typeface="Droid Serif"/>
                <a:sym typeface="Droid Serif"/>
              </a:rPr>
              <a:t>Conclusion</a:t>
            </a:r>
          </a:p>
          <a:p>
            <a:pPr algn="ctr">
              <a:lnSpc>
                <a:spcPts val="5451"/>
              </a:lnSpc>
            </a:pPr>
            <a:r>
              <a:rPr lang="en-US" sz="4699">
                <a:solidFill>
                  <a:srgbClr val="6154A4"/>
                </a:solidFill>
                <a:latin typeface="Droid Serif"/>
                <a:ea typeface="Droid Serif"/>
                <a:cs typeface="Droid Serif"/>
                <a:sym typeface="Droid Serif"/>
              </a:rPr>
              <a:t>Acknowledgement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734447" y="7575512"/>
            <a:ext cx="1856936" cy="1856936"/>
          </a:xfrm>
          <a:custGeom>
            <a:avLst/>
            <a:gdLst/>
            <a:ahLst/>
            <a:cxnLst/>
            <a:rect r="r" b="b" t="t" l="l"/>
            <a:pathLst>
              <a:path h="1856936" w="1856936">
                <a:moveTo>
                  <a:pt x="0" y="0"/>
                </a:moveTo>
                <a:lnTo>
                  <a:pt x="1856936" y="0"/>
                </a:lnTo>
                <a:lnTo>
                  <a:pt x="1856936" y="1856936"/>
                </a:lnTo>
                <a:lnTo>
                  <a:pt x="0" y="1856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56594"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02095" y="4062769"/>
            <a:ext cx="974307" cy="945964"/>
          </a:xfrm>
          <a:custGeom>
            <a:avLst/>
            <a:gdLst/>
            <a:ahLst/>
            <a:cxnLst/>
            <a:rect r="r" b="b" t="t" l="l"/>
            <a:pathLst>
              <a:path h="945964" w="974307">
                <a:moveTo>
                  <a:pt x="0" y="0"/>
                </a:moveTo>
                <a:lnTo>
                  <a:pt x="974307" y="0"/>
                </a:lnTo>
                <a:lnTo>
                  <a:pt x="974307" y="945963"/>
                </a:lnTo>
                <a:lnTo>
                  <a:pt x="0" y="9459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2038638"/>
            <a:ext cx="8947949" cy="1146162"/>
          </a:xfrm>
          <a:prstGeom prst="rect">
            <a:avLst/>
          </a:prstGeom>
        </p:spPr>
        <p:txBody>
          <a:bodyPr anchor="t" rtlCol="false" tIns="0" lIns="0" bIns="0" rIns="0">
            <a:spAutoFit/>
          </a:bodyPr>
          <a:lstStyle/>
          <a:p>
            <a:pPr algn="ctr">
              <a:lnSpc>
                <a:spcPts val="8359"/>
              </a:lnSpc>
            </a:pPr>
            <a:r>
              <a:rPr lang="en-US" sz="8799">
                <a:solidFill>
                  <a:srgbClr val="6154A4"/>
                </a:solidFill>
                <a:latin typeface="Higuen Elegant Serif"/>
                <a:ea typeface="Higuen Elegant Serif"/>
                <a:cs typeface="Higuen Elegant Serif"/>
                <a:sym typeface="Higuen Elegant Serif"/>
              </a:rPr>
              <a:t>INTRODUCTION</a:t>
            </a:r>
          </a:p>
        </p:txBody>
      </p:sp>
      <p:sp>
        <p:nvSpPr>
          <p:cNvPr name="TextBox 12" id="12"/>
          <p:cNvSpPr txBox="true"/>
          <p:nvPr/>
        </p:nvSpPr>
        <p:spPr>
          <a:xfrm rot="0">
            <a:off x="2772061" y="4050102"/>
            <a:ext cx="5770616" cy="485648"/>
          </a:xfrm>
          <a:prstGeom prst="rect">
            <a:avLst/>
          </a:prstGeom>
        </p:spPr>
        <p:txBody>
          <a:bodyPr anchor="t" rtlCol="false" tIns="0" lIns="0" bIns="0" rIns="0">
            <a:spAutoFit/>
          </a:bodyPr>
          <a:lstStyle/>
          <a:p>
            <a:pPr algn="l">
              <a:lnSpc>
                <a:spcPts val="3706"/>
              </a:lnSpc>
            </a:pPr>
            <a:r>
              <a:rPr lang="en-US" sz="3400" b="true">
                <a:solidFill>
                  <a:srgbClr val="6154A4"/>
                </a:solidFill>
                <a:latin typeface="Droid Serif Bold"/>
                <a:ea typeface="Droid Serif Bold"/>
                <a:cs typeface="Droid Serif Bold"/>
                <a:sym typeface="Droid Serif Bold"/>
              </a:rPr>
              <a:t>BACKGROUND</a:t>
            </a:r>
          </a:p>
        </p:txBody>
      </p:sp>
      <p:sp>
        <p:nvSpPr>
          <p:cNvPr name="TextBox 13" id="13"/>
          <p:cNvSpPr txBox="true"/>
          <p:nvPr/>
        </p:nvSpPr>
        <p:spPr>
          <a:xfrm rot="0">
            <a:off x="2772061" y="4652261"/>
            <a:ext cx="5770616" cy="26346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Suspendisse sit amet elit ac ex varius dignissim. Cras in euismod dui. Mauris malesuada non tortor molestie cursus. Aenean auctor</a:t>
            </a:r>
          </a:p>
        </p:txBody>
      </p:sp>
      <p:sp>
        <p:nvSpPr>
          <p:cNvPr name="TextBox 14" id="14"/>
          <p:cNvSpPr txBox="true"/>
          <p:nvPr/>
        </p:nvSpPr>
        <p:spPr>
          <a:xfrm rot="0">
            <a:off x="10969568" y="4050102"/>
            <a:ext cx="5770616" cy="485648"/>
          </a:xfrm>
          <a:prstGeom prst="rect">
            <a:avLst/>
          </a:prstGeom>
        </p:spPr>
        <p:txBody>
          <a:bodyPr anchor="t" rtlCol="false" tIns="0" lIns="0" bIns="0" rIns="0">
            <a:spAutoFit/>
          </a:bodyPr>
          <a:lstStyle/>
          <a:p>
            <a:pPr algn="l">
              <a:lnSpc>
                <a:spcPts val="3706"/>
              </a:lnSpc>
            </a:pPr>
            <a:r>
              <a:rPr lang="en-US" sz="3400" b="true">
                <a:solidFill>
                  <a:srgbClr val="6154A4"/>
                </a:solidFill>
                <a:latin typeface="Droid Serif Bold"/>
                <a:ea typeface="Droid Serif Bold"/>
                <a:cs typeface="Droid Serif Bold"/>
                <a:sym typeface="Droid Serif Bold"/>
              </a:rPr>
              <a:t>OBJECTIVES</a:t>
            </a:r>
          </a:p>
        </p:txBody>
      </p:sp>
      <p:sp>
        <p:nvSpPr>
          <p:cNvPr name="TextBox 15" id="15"/>
          <p:cNvSpPr txBox="true"/>
          <p:nvPr/>
        </p:nvSpPr>
        <p:spPr>
          <a:xfrm rot="0">
            <a:off x="10969568" y="4652261"/>
            <a:ext cx="5770616" cy="26346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Suspendisse sit amet elit ac ex varius dignissim. Cras in euismod dui. Mauris malesuada non tortor molestie cursus. Aenean auctor</a:t>
            </a:r>
          </a:p>
        </p:txBody>
      </p:sp>
      <p:sp>
        <p:nvSpPr>
          <p:cNvPr name="Freeform 16" id="16"/>
          <p:cNvSpPr/>
          <p:nvPr/>
        </p:nvSpPr>
        <p:spPr>
          <a:xfrm flipH="false" flipV="false" rot="0">
            <a:off x="9617395" y="4021527"/>
            <a:ext cx="974307" cy="945964"/>
          </a:xfrm>
          <a:custGeom>
            <a:avLst/>
            <a:gdLst/>
            <a:ahLst/>
            <a:cxnLst/>
            <a:rect r="r" b="b" t="t" l="l"/>
            <a:pathLst>
              <a:path h="945964" w="974307">
                <a:moveTo>
                  <a:pt x="0" y="0"/>
                </a:moveTo>
                <a:lnTo>
                  <a:pt x="974307" y="0"/>
                </a:lnTo>
                <a:lnTo>
                  <a:pt x="974307" y="945964"/>
                </a:lnTo>
                <a:lnTo>
                  <a:pt x="0" y="9459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14431" y="8468414"/>
            <a:ext cx="1856936" cy="1856936"/>
          </a:xfrm>
          <a:custGeom>
            <a:avLst/>
            <a:gdLst/>
            <a:ahLst/>
            <a:cxnLst/>
            <a:rect r="r" b="b" t="t" l="l"/>
            <a:pathLst>
              <a:path h="1856936" w="1856936">
                <a:moveTo>
                  <a:pt x="0" y="0"/>
                </a:moveTo>
                <a:lnTo>
                  <a:pt x="1856936" y="0"/>
                </a:lnTo>
                <a:lnTo>
                  <a:pt x="1856936"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56594"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182317" y="3429286"/>
            <a:ext cx="4562701" cy="5039128"/>
          </a:xfrm>
          <a:custGeom>
            <a:avLst/>
            <a:gdLst/>
            <a:ahLst/>
            <a:cxnLst/>
            <a:rect r="r" b="b" t="t" l="l"/>
            <a:pathLst>
              <a:path h="5039128" w="4562701">
                <a:moveTo>
                  <a:pt x="0" y="0"/>
                </a:moveTo>
                <a:lnTo>
                  <a:pt x="4562702" y="0"/>
                </a:lnTo>
                <a:lnTo>
                  <a:pt x="4562702" y="5039128"/>
                </a:lnTo>
                <a:lnTo>
                  <a:pt x="0" y="50391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1716706"/>
            <a:ext cx="8947949" cy="1984369"/>
          </a:xfrm>
          <a:prstGeom prst="rect">
            <a:avLst/>
          </a:prstGeom>
        </p:spPr>
        <p:txBody>
          <a:bodyPr anchor="t" rtlCol="false" tIns="0" lIns="0" bIns="0" rIns="0">
            <a:spAutoFit/>
          </a:bodyPr>
          <a:lstStyle/>
          <a:p>
            <a:pPr algn="ctr">
              <a:lnSpc>
                <a:spcPts val="7504"/>
              </a:lnSpc>
            </a:pPr>
            <a:r>
              <a:rPr lang="en-US" sz="7899">
                <a:solidFill>
                  <a:srgbClr val="6154A4"/>
                </a:solidFill>
                <a:latin typeface="Higuen Elegant Serif"/>
                <a:ea typeface="Higuen Elegant Serif"/>
                <a:cs typeface="Higuen Elegant Serif"/>
                <a:sym typeface="Higuen Elegant Serif"/>
              </a:rPr>
              <a:t>RESEARCH PROBLEMS</a:t>
            </a:r>
          </a:p>
        </p:txBody>
      </p:sp>
      <p:sp>
        <p:nvSpPr>
          <p:cNvPr name="TextBox 12" id="12"/>
          <p:cNvSpPr txBox="true"/>
          <p:nvPr/>
        </p:nvSpPr>
        <p:spPr>
          <a:xfrm rot="0">
            <a:off x="1098720" y="4146775"/>
            <a:ext cx="8846387" cy="37014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14431" y="8468414"/>
            <a:ext cx="1856936" cy="1856936"/>
          </a:xfrm>
          <a:custGeom>
            <a:avLst/>
            <a:gdLst/>
            <a:ahLst/>
            <a:cxnLst/>
            <a:rect r="r" b="b" t="t" l="l"/>
            <a:pathLst>
              <a:path h="1856936" w="1856936">
                <a:moveTo>
                  <a:pt x="0" y="0"/>
                </a:moveTo>
                <a:lnTo>
                  <a:pt x="1856936" y="0"/>
                </a:lnTo>
                <a:lnTo>
                  <a:pt x="1856936"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640498"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631014" y="4062069"/>
            <a:ext cx="4611065" cy="4611065"/>
          </a:xfrm>
          <a:custGeom>
            <a:avLst/>
            <a:gdLst/>
            <a:ahLst/>
            <a:cxnLst/>
            <a:rect r="r" b="b" t="t" l="l"/>
            <a:pathLst>
              <a:path h="4611065" w="4611065">
                <a:moveTo>
                  <a:pt x="0" y="0"/>
                </a:moveTo>
                <a:lnTo>
                  <a:pt x="4611065" y="0"/>
                </a:lnTo>
                <a:lnTo>
                  <a:pt x="4611065" y="4611065"/>
                </a:lnTo>
                <a:lnTo>
                  <a:pt x="0" y="46110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297035" y="4062069"/>
            <a:ext cx="959150" cy="1226820"/>
          </a:xfrm>
          <a:custGeom>
            <a:avLst/>
            <a:gdLst/>
            <a:ahLst/>
            <a:cxnLst/>
            <a:rect r="r" b="b" t="t" l="l"/>
            <a:pathLst>
              <a:path h="1226820" w="959150">
                <a:moveTo>
                  <a:pt x="0" y="0"/>
                </a:moveTo>
                <a:lnTo>
                  <a:pt x="959150" y="0"/>
                </a:lnTo>
                <a:lnTo>
                  <a:pt x="959150" y="1226820"/>
                </a:lnTo>
                <a:lnTo>
                  <a:pt x="0" y="1226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2" id="12"/>
          <p:cNvSpPr txBox="true"/>
          <p:nvPr/>
        </p:nvSpPr>
        <p:spPr>
          <a:xfrm rot="0">
            <a:off x="4670025" y="1642722"/>
            <a:ext cx="8947949" cy="1857372"/>
          </a:xfrm>
          <a:prstGeom prst="rect">
            <a:avLst/>
          </a:prstGeom>
        </p:spPr>
        <p:txBody>
          <a:bodyPr anchor="t" rtlCol="false" tIns="0" lIns="0" bIns="0" rIns="0">
            <a:spAutoFit/>
          </a:bodyPr>
          <a:lstStyle/>
          <a:p>
            <a:pPr algn="ctr">
              <a:lnSpc>
                <a:spcPts val="7124"/>
              </a:lnSpc>
            </a:pPr>
            <a:r>
              <a:rPr lang="en-US" sz="7499">
                <a:solidFill>
                  <a:srgbClr val="6154A4"/>
                </a:solidFill>
                <a:latin typeface="Higuen Elegant Serif"/>
                <a:ea typeface="Higuen Elegant Serif"/>
                <a:cs typeface="Higuen Elegant Serif"/>
                <a:sym typeface="Higuen Elegant Serif"/>
              </a:rPr>
              <a:t>LITERATURE REVIEW</a:t>
            </a:r>
          </a:p>
        </p:txBody>
      </p:sp>
      <p:sp>
        <p:nvSpPr>
          <p:cNvPr name="TextBox 13" id="13"/>
          <p:cNvSpPr txBox="true"/>
          <p:nvPr/>
        </p:nvSpPr>
        <p:spPr>
          <a:xfrm rot="0">
            <a:off x="2744656" y="3881094"/>
            <a:ext cx="7269031" cy="21012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
        <p:nvSpPr>
          <p:cNvPr name="Freeform 14" id="14"/>
          <p:cNvSpPr/>
          <p:nvPr/>
        </p:nvSpPr>
        <p:spPr>
          <a:xfrm flipH="false" flipV="false" rot="0">
            <a:off x="1218736" y="6548174"/>
            <a:ext cx="959150" cy="1226820"/>
          </a:xfrm>
          <a:custGeom>
            <a:avLst/>
            <a:gdLst/>
            <a:ahLst/>
            <a:cxnLst/>
            <a:rect r="r" b="b" t="t" l="l"/>
            <a:pathLst>
              <a:path h="1226820" w="959150">
                <a:moveTo>
                  <a:pt x="0" y="0"/>
                </a:moveTo>
                <a:lnTo>
                  <a:pt x="959150" y="0"/>
                </a:lnTo>
                <a:lnTo>
                  <a:pt x="959150" y="1226820"/>
                </a:lnTo>
                <a:lnTo>
                  <a:pt x="0" y="1226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2744656" y="6367199"/>
            <a:ext cx="7269031" cy="21012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65122" y="6925441"/>
            <a:ext cx="2165549" cy="2165549"/>
          </a:xfrm>
          <a:custGeom>
            <a:avLst/>
            <a:gdLst/>
            <a:ahLst/>
            <a:cxnLst/>
            <a:rect r="r" b="b" t="t" l="l"/>
            <a:pathLst>
              <a:path h="2165549" w="2165549">
                <a:moveTo>
                  <a:pt x="0" y="0"/>
                </a:moveTo>
                <a:lnTo>
                  <a:pt x="2165549" y="0"/>
                </a:lnTo>
                <a:lnTo>
                  <a:pt x="2165549" y="2165549"/>
                </a:lnTo>
                <a:lnTo>
                  <a:pt x="0" y="2165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701130" y="-1732620"/>
            <a:ext cx="5823579" cy="4256507"/>
          </a:xfrm>
          <a:custGeom>
            <a:avLst/>
            <a:gdLst/>
            <a:ahLst/>
            <a:cxnLst/>
            <a:rect r="r" b="b" t="t" l="l"/>
            <a:pathLst>
              <a:path h="4256507" w="5823579">
                <a:moveTo>
                  <a:pt x="0" y="0"/>
                </a:moveTo>
                <a:lnTo>
                  <a:pt x="5823580" y="0"/>
                </a:lnTo>
                <a:lnTo>
                  <a:pt x="5823580" y="4256507"/>
                </a:lnTo>
                <a:lnTo>
                  <a:pt x="0" y="42565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695178" y="8318898"/>
            <a:ext cx="5854794" cy="4279322"/>
          </a:xfrm>
          <a:custGeom>
            <a:avLst/>
            <a:gdLst/>
            <a:ahLst/>
            <a:cxnLst/>
            <a:rect r="r" b="b" t="t" l="l"/>
            <a:pathLst>
              <a:path h="4279322" w="5854794">
                <a:moveTo>
                  <a:pt x="0" y="0"/>
                </a:moveTo>
                <a:lnTo>
                  <a:pt x="5854794" y="0"/>
                </a:lnTo>
                <a:lnTo>
                  <a:pt x="5854794" y="4279322"/>
                </a:lnTo>
                <a:lnTo>
                  <a:pt x="0" y="42793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75457" y="1581804"/>
            <a:ext cx="2122797" cy="2122797"/>
          </a:xfrm>
          <a:custGeom>
            <a:avLst/>
            <a:gdLst/>
            <a:ahLst/>
            <a:cxnLst/>
            <a:rect r="r" b="b" t="t" l="l"/>
            <a:pathLst>
              <a:path h="2122797" w="2122797">
                <a:moveTo>
                  <a:pt x="0" y="0"/>
                </a:moveTo>
                <a:lnTo>
                  <a:pt x="2122797" y="0"/>
                </a:lnTo>
                <a:lnTo>
                  <a:pt x="2122797" y="2122798"/>
                </a:lnTo>
                <a:lnTo>
                  <a:pt x="0" y="21227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412848" y="2406064"/>
            <a:ext cx="9462304" cy="1149337"/>
          </a:xfrm>
          <a:prstGeom prst="rect">
            <a:avLst/>
          </a:prstGeom>
        </p:spPr>
        <p:txBody>
          <a:bodyPr anchor="t" rtlCol="false" tIns="0" lIns="0" bIns="0" rIns="0">
            <a:spAutoFit/>
          </a:bodyPr>
          <a:lstStyle/>
          <a:p>
            <a:pPr algn="ctr">
              <a:lnSpc>
                <a:spcPts val="8454"/>
              </a:lnSpc>
            </a:pPr>
            <a:r>
              <a:rPr lang="en-US" sz="8899">
                <a:solidFill>
                  <a:srgbClr val="6154A4"/>
                </a:solidFill>
                <a:latin typeface="Higuen Elegant Serif"/>
                <a:ea typeface="Higuen Elegant Serif"/>
                <a:cs typeface="Higuen Elegant Serif"/>
                <a:sym typeface="Higuen Elegant Serif"/>
              </a:rPr>
              <a:t>QUANTITATIVE</a:t>
            </a:r>
          </a:p>
        </p:txBody>
      </p:sp>
      <p:sp>
        <p:nvSpPr>
          <p:cNvPr name="TextBox 11" id="11"/>
          <p:cNvSpPr txBox="true"/>
          <p:nvPr/>
        </p:nvSpPr>
        <p:spPr>
          <a:xfrm rot="0">
            <a:off x="3906411" y="3920529"/>
            <a:ext cx="10475178" cy="15678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
        <p:nvSpPr>
          <p:cNvPr name="TextBox 12" id="12"/>
          <p:cNvSpPr txBox="true"/>
          <p:nvPr/>
        </p:nvSpPr>
        <p:spPr>
          <a:xfrm rot="0">
            <a:off x="3906411" y="5820097"/>
            <a:ext cx="10475178" cy="15678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14431" y="8468414"/>
            <a:ext cx="1856936" cy="1856936"/>
          </a:xfrm>
          <a:custGeom>
            <a:avLst/>
            <a:gdLst/>
            <a:ahLst/>
            <a:cxnLst/>
            <a:rect r="r" b="b" t="t" l="l"/>
            <a:pathLst>
              <a:path h="1856936" w="1856936">
                <a:moveTo>
                  <a:pt x="0" y="0"/>
                </a:moveTo>
                <a:lnTo>
                  <a:pt x="1856936" y="0"/>
                </a:lnTo>
                <a:lnTo>
                  <a:pt x="1856936"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567470" y="-1749765"/>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429336"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038778" y="3550342"/>
            <a:ext cx="5158394" cy="5139636"/>
          </a:xfrm>
          <a:custGeom>
            <a:avLst/>
            <a:gdLst/>
            <a:ahLst/>
            <a:cxnLst/>
            <a:rect r="r" b="b" t="t" l="l"/>
            <a:pathLst>
              <a:path h="5139636" w="5158394">
                <a:moveTo>
                  <a:pt x="0" y="0"/>
                </a:moveTo>
                <a:lnTo>
                  <a:pt x="5158394" y="0"/>
                </a:lnTo>
                <a:lnTo>
                  <a:pt x="5158394" y="5139637"/>
                </a:lnTo>
                <a:lnTo>
                  <a:pt x="0" y="51396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2195538"/>
            <a:ext cx="8947949" cy="1250930"/>
          </a:xfrm>
          <a:prstGeom prst="rect">
            <a:avLst/>
          </a:prstGeom>
        </p:spPr>
        <p:txBody>
          <a:bodyPr anchor="t" rtlCol="false" tIns="0" lIns="0" bIns="0" rIns="0">
            <a:spAutoFit/>
          </a:bodyPr>
          <a:lstStyle/>
          <a:p>
            <a:pPr algn="ctr">
              <a:lnSpc>
                <a:spcPts val="9214"/>
              </a:lnSpc>
            </a:pPr>
            <a:r>
              <a:rPr lang="en-US" sz="9699">
                <a:solidFill>
                  <a:srgbClr val="6154A4"/>
                </a:solidFill>
                <a:latin typeface="Higuen Elegant Serif"/>
                <a:ea typeface="Higuen Elegant Serif"/>
                <a:cs typeface="Higuen Elegant Serif"/>
                <a:sym typeface="Higuen Elegant Serif"/>
              </a:rPr>
              <a:t>RESULTS</a:t>
            </a:r>
          </a:p>
        </p:txBody>
      </p:sp>
      <p:sp>
        <p:nvSpPr>
          <p:cNvPr name="TextBox 12" id="12"/>
          <p:cNvSpPr txBox="true"/>
          <p:nvPr/>
        </p:nvSpPr>
        <p:spPr>
          <a:xfrm rot="0">
            <a:off x="1201591" y="4041804"/>
            <a:ext cx="8434903" cy="37014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02364" y="7401364"/>
            <a:ext cx="1856936" cy="1856936"/>
          </a:xfrm>
          <a:custGeom>
            <a:avLst/>
            <a:gdLst/>
            <a:ahLst/>
            <a:cxnLst/>
            <a:rect r="r" b="b" t="t" l="l"/>
            <a:pathLst>
              <a:path h="1856936" w="1856936">
                <a:moveTo>
                  <a:pt x="0" y="0"/>
                </a:moveTo>
                <a:lnTo>
                  <a:pt x="1856936" y="0"/>
                </a:lnTo>
                <a:lnTo>
                  <a:pt x="1856936" y="1856936"/>
                </a:lnTo>
                <a:lnTo>
                  <a:pt x="0" y="1856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567470" y="-1749765"/>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429336"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2108594" cy="2108594"/>
          </a:xfrm>
          <a:custGeom>
            <a:avLst/>
            <a:gdLst/>
            <a:ahLst/>
            <a:cxnLst/>
            <a:rect r="r" b="b" t="t" l="l"/>
            <a:pathLst>
              <a:path h="2108594" w="2108594">
                <a:moveTo>
                  <a:pt x="0" y="0"/>
                </a:moveTo>
                <a:lnTo>
                  <a:pt x="2108593" y="0"/>
                </a:lnTo>
                <a:lnTo>
                  <a:pt x="2108593" y="2108594"/>
                </a:lnTo>
                <a:lnTo>
                  <a:pt x="0" y="2108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275687" y="2092667"/>
            <a:ext cx="9736627" cy="1250930"/>
          </a:xfrm>
          <a:prstGeom prst="rect">
            <a:avLst/>
          </a:prstGeom>
        </p:spPr>
        <p:txBody>
          <a:bodyPr anchor="t" rtlCol="false" tIns="0" lIns="0" bIns="0" rIns="0">
            <a:spAutoFit/>
          </a:bodyPr>
          <a:lstStyle/>
          <a:p>
            <a:pPr algn="ctr">
              <a:lnSpc>
                <a:spcPts val="9214"/>
              </a:lnSpc>
            </a:pPr>
            <a:r>
              <a:rPr lang="en-US" sz="9699">
                <a:solidFill>
                  <a:srgbClr val="6154A4"/>
                </a:solidFill>
                <a:latin typeface="Higuen Elegant Serif"/>
                <a:ea typeface="Higuen Elegant Serif"/>
                <a:cs typeface="Higuen Elegant Serif"/>
                <a:sym typeface="Higuen Elegant Serif"/>
              </a:rPr>
              <a:t>CONCLUSION</a:t>
            </a:r>
          </a:p>
        </p:txBody>
      </p:sp>
      <p:sp>
        <p:nvSpPr>
          <p:cNvPr name="TextBox 11" id="11"/>
          <p:cNvSpPr txBox="true"/>
          <p:nvPr/>
        </p:nvSpPr>
        <p:spPr>
          <a:xfrm rot="0">
            <a:off x="3374911" y="3578885"/>
            <a:ext cx="11538178" cy="26346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nostrud exercitation ullamco laboris nisi ut aliquip ex commodo consequat. Duis aute irure dolor in reprehenderit in voluptate velit cillum dolore eu fugiat nulla pariatur. Excepteur sint occaecatt non proident, sunt in culpa qui officia deserunt mollit anim id est laborum.</a:t>
            </a:r>
          </a:p>
        </p:txBody>
      </p:sp>
      <p:sp>
        <p:nvSpPr>
          <p:cNvPr name="TextBox 12" id="12"/>
          <p:cNvSpPr txBox="true"/>
          <p:nvPr/>
        </p:nvSpPr>
        <p:spPr>
          <a:xfrm rot="0">
            <a:off x="3486921" y="6661917"/>
            <a:ext cx="11141465" cy="15678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4045170" y="-4875767"/>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7980" y="6945763"/>
            <a:ext cx="9340051" cy="9340051"/>
          </a:xfrm>
          <a:custGeom>
            <a:avLst/>
            <a:gdLst/>
            <a:ahLst/>
            <a:cxnLst/>
            <a:rect r="r" b="b" t="t" l="l"/>
            <a:pathLst>
              <a:path h="9340051" w="9340051">
                <a:moveTo>
                  <a:pt x="0" y="0"/>
                </a:moveTo>
                <a:lnTo>
                  <a:pt x="9340050" y="0"/>
                </a:lnTo>
                <a:lnTo>
                  <a:pt x="9340050"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133380" y="-2006943"/>
            <a:ext cx="5823579" cy="4256507"/>
          </a:xfrm>
          <a:custGeom>
            <a:avLst/>
            <a:gdLst/>
            <a:ahLst/>
            <a:cxnLst/>
            <a:rect r="r" b="b" t="t" l="l"/>
            <a:pathLst>
              <a:path h="4256507" w="5823579">
                <a:moveTo>
                  <a:pt x="0" y="0"/>
                </a:moveTo>
                <a:lnTo>
                  <a:pt x="5823579" y="0"/>
                </a:lnTo>
                <a:lnTo>
                  <a:pt x="5823579" y="4256507"/>
                </a:lnTo>
                <a:lnTo>
                  <a:pt x="0" y="42565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597140">
            <a:off x="3718343" y="8490350"/>
            <a:ext cx="5854794" cy="4279322"/>
          </a:xfrm>
          <a:custGeom>
            <a:avLst/>
            <a:gdLst/>
            <a:ahLst/>
            <a:cxnLst/>
            <a:rect r="r" b="b" t="t" l="l"/>
            <a:pathLst>
              <a:path h="4279322" w="5854794">
                <a:moveTo>
                  <a:pt x="0" y="0"/>
                </a:moveTo>
                <a:lnTo>
                  <a:pt x="5854794" y="0"/>
                </a:lnTo>
                <a:lnTo>
                  <a:pt x="5854794" y="4279322"/>
                </a:lnTo>
                <a:lnTo>
                  <a:pt x="0" y="4279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75457" y="1581804"/>
            <a:ext cx="2122797" cy="2122797"/>
          </a:xfrm>
          <a:custGeom>
            <a:avLst/>
            <a:gdLst/>
            <a:ahLst/>
            <a:cxnLst/>
            <a:rect r="r" b="b" t="t" l="l"/>
            <a:pathLst>
              <a:path h="2122797" w="2122797">
                <a:moveTo>
                  <a:pt x="0" y="0"/>
                </a:moveTo>
                <a:lnTo>
                  <a:pt x="2122797" y="0"/>
                </a:lnTo>
                <a:lnTo>
                  <a:pt x="2122797" y="2122798"/>
                </a:lnTo>
                <a:lnTo>
                  <a:pt x="0" y="21227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838292" y="3841763"/>
            <a:ext cx="5331870" cy="4847155"/>
          </a:xfrm>
          <a:custGeom>
            <a:avLst/>
            <a:gdLst/>
            <a:ahLst/>
            <a:cxnLst/>
            <a:rect r="r" b="b" t="t" l="l"/>
            <a:pathLst>
              <a:path h="4847155" w="5331870">
                <a:moveTo>
                  <a:pt x="0" y="0"/>
                </a:moveTo>
                <a:lnTo>
                  <a:pt x="5331870" y="0"/>
                </a:lnTo>
                <a:lnTo>
                  <a:pt x="5331870" y="4847155"/>
                </a:lnTo>
                <a:lnTo>
                  <a:pt x="0" y="48471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3744186" y="2421014"/>
            <a:ext cx="10799627" cy="996946"/>
          </a:xfrm>
          <a:prstGeom prst="rect">
            <a:avLst/>
          </a:prstGeom>
        </p:spPr>
        <p:txBody>
          <a:bodyPr anchor="t" rtlCol="false" tIns="0" lIns="0" bIns="0" rIns="0">
            <a:spAutoFit/>
          </a:bodyPr>
          <a:lstStyle/>
          <a:p>
            <a:pPr algn="ctr">
              <a:lnSpc>
                <a:spcPts val="7314"/>
              </a:lnSpc>
            </a:pPr>
            <a:r>
              <a:rPr lang="en-US" sz="7699">
                <a:solidFill>
                  <a:srgbClr val="6154A4"/>
                </a:solidFill>
                <a:latin typeface="Higuen Elegant Serif"/>
                <a:ea typeface="Higuen Elegant Serif"/>
                <a:cs typeface="Higuen Elegant Serif"/>
                <a:sym typeface="Higuen Elegant Serif"/>
              </a:rPr>
              <a:t>ACKNOWLEDGEMENT</a:t>
            </a:r>
          </a:p>
        </p:txBody>
      </p:sp>
      <p:sp>
        <p:nvSpPr>
          <p:cNvPr name="TextBox 11" id="11"/>
          <p:cNvSpPr txBox="true"/>
          <p:nvPr/>
        </p:nvSpPr>
        <p:spPr>
          <a:xfrm rot="0">
            <a:off x="2143240" y="4266577"/>
            <a:ext cx="8557891" cy="1753870"/>
          </a:xfrm>
          <a:prstGeom prst="rect">
            <a:avLst/>
          </a:prstGeom>
        </p:spPr>
        <p:txBody>
          <a:bodyPr anchor="t" rtlCol="false" tIns="0" lIns="0" bIns="0" rIns="0">
            <a:spAutoFit/>
          </a:bodyPr>
          <a:lstStyle/>
          <a:p>
            <a:pPr algn="l" marL="863603" indent="-431801" lvl="1">
              <a:lnSpc>
                <a:spcPts val="4640"/>
              </a:lnSpc>
              <a:buFont typeface="Arial"/>
              <a:buChar char="•"/>
            </a:pPr>
            <a:r>
              <a:rPr lang="en-US" sz="4000">
                <a:solidFill>
                  <a:srgbClr val="6154A4"/>
                </a:solidFill>
                <a:latin typeface="Droid Serif"/>
                <a:ea typeface="Droid Serif"/>
                <a:cs typeface="Droid Serif"/>
                <a:sym typeface="Droid Serif"/>
              </a:rPr>
              <a:t>Many thanks to my lecturers who always guide me in writing this thesis.</a:t>
            </a:r>
          </a:p>
        </p:txBody>
      </p:sp>
      <p:sp>
        <p:nvSpPr>
          <p:cNvPr name="TextBox 12" id="12"/>
          <p:cNvSpPr txBox="true"/>
          <p:nvPr/>
        </p:nvSpPr>
        <p:spPr>
          <a:xfrm rot="0">
            <a:off x="2143240" y="6582422"/>
            <a:ext cx="7483295" cy="1753870"/>
          </a:xfrm>
          <a:prstGeom prst="rect">
            <a:avLst/>
          </a:prstGeom>
        </p:spPr>
        <p:txBody>
          <a:bodyPr anchor="t" rtlCol="false" tIns="0" lIns="0" bIns="0" rIns="0">
            <a:spAutoFit/>
          </a:bodyPr>
          <a:lstStyle/>
          <a:p>
            <a:pPr algn="l" marL="863603" indent="-431801" lvl="1">
              <a:lnSpc>
                <a:spcPts val="4640"/>
              </a:lnSpc>
              <a:buFont typeface="Arial"/>
              <a:buChar char="•"/>
            </a:pPr>
            <a:r>
              <a:rPr lang="en-US" sz="4000">
                <a:solidFill>
                  <a:srgbClr val="6154A4"/>
                </a:solidFill>
                <a:latin typeface="Droid Serif"/>
                <a:ea typeface="Droid Serif"/>
                <a:cs typeface="Droid Serif"/>
                <a:sym typeface="Droid Serif"/>
              </a:rPr>
              <a:t>Special thanks to my parents who always support me.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031932" y="7648747"/>
            <a:ext cx="1856936" cy="1856936"/>
          </a:xfrm>
          <a:custGeom>
            <a:avLst/>
            <a:gdLst/>
            <a:ahLst/>
            <a:cxnLst/>
            <a:rect r="r" b="b" t="t" l="l"/>
            <a:pathLst>
              <a:path h="1856936" w="1856936">
                <a:moveTo>
                  <a:pt x="0" y="0"/>
                </a:moveTo>
                <a:lnTo>
                  <a:pt x="1856937" y="0"/>
                </a:lnTo>
                <a:lnTo>
                  <a:pt x="1856937"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770513" y="-1355727"/>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1927" y="7200900"/>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80165" y="-168081"/>
            <a:ext cx="1196781" cy="1196781"/>
          </a:xfrm>
          <a:custGeom>
            <a:avLst/>
            <a:gdLst/>
            <a:ahLst/>
            <a:cxnLst/>
            <a:rect r="r" b="b" t="t" l="l"/>
            <a:pathLst>
              <a:path h="1196781" w="1196781">
                <a:moveTo>
                  <a:pt x="0" y="0"/>
                </a:moveTo>
                <a:lnTo>
                  <a:pt x="1196781" y="0"/>
                </a:lnTo>
                <a:lnTo>
                  <a:pt x="1196781" y="1196781"/>
                </a:lnTo>
                <a:lnTo>
                  <a:pt x="0" y="11967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670025" y="2232033"/>
            <a:ext cx="8947949" cy="1273154"/>
          </a:xfrm>
          <a:prstGeom prst="rect">
            <a:avLst/>
          </a:prstGeom>
        </p:spPr>
        <p:txBody>
          <a:bodyPr anchor="t" rtlCol="false" tIns="0" lIns="0" bIns="0" rIns="0">
            <a:spAutoFit/>
          </a:bodyPr>
          <a:lstStyle/>
          <a:p>
            <a:pPr algn="ctr">
              <a:lnSpc>
                <a:spcPts val="9309"/>
              </a:lnSpc>
            </a:pPr>
            <a:r>
              <a:rPr lang="en-US" sz="9799">
                <a:solidFill>
                  <a:srgbClr val="6154A4"/>
                </a:solidFill>
                <a:latin typeface="Higuen Elegant Serif"/>
                <a:ea typeface="Higuen Elegant Serif"/>
                <a:cs typeface="Higuen Elegant Serif"/>
                <a:sym typeface="Higuen Elegant Serif"/>
              </a:rPr>
              <a:t>OVERVIEW</a:t>
            </a:r>
          </a:p>
        </p:txBody>
      </p:sp>
      <p:sp>
        <p:nvSpPr>
          <p:cNvPr name="TextBox 11" id="11"/>
          <p:cNvSpPr txBox="true"/>
          <p:nvPr/>
        </p:nvSpPr>
        <p:spPr>
          <a:xfrm rot="0">
            <a:off x="4865055" y="3649351"/>
            <a:ext cx="8557891" cy="4129151"/>
          </a:xfrm>
          <a:prstGeom prst="rect">
            <a:avLst/>
          </a:prstGeom>
        </p:spPr>
        <p:txBody>
          <a:bodyPr anchor="t" rtlCol="false" tIns="0" lIns="0" bIns="0" rIns="0">
            <a:spAutoFit/>
          </a:bodyPr>
          <a:lstStyle/>
          <a:p>
            <a:pPr algn="ctr">
              <a:lnSpc>
                <a:spcPts val="5451"/>
              </a:lnSpc>
            </a:pPr>
            <a:r>
              <a:rPr lang="en-US" sz="4699">
                <a:solidFill>
                  <a:srgbClr val="6154A4"/>
                </a:solidFill>
                <a:latin typeface="Droid Serif"/>
                <a:ea typeface="Droid Serif"/>
                <a:cs typeface="Droid Serif"/>
                <a:sym typeface="Droid Serif"/>
              </a:rPr>
              <a:t>Introduction</a:t>
            </a:r>
          </a:p>
          <a:p>
            <a:pPr algn="ctr">
              <a:lnSpc>
                <a:spcPts val="5451"/>
              </a:lnSpc>
            </a:pPr>
            <a:r>
              <a:rPr lang="en-US" sz="4699">
                <a:solidFill>
                  <a:srgbClr val="6154A4"/>
                </a:solidFill>
                <a:latin typeface="Droid Serif"/>
                <a:ea typeface="Droid Serif"/>
                <a:cs typeface="Droid Serif"/>
                <a:sym typeface="Droid Serif"/>
              </a:rPr>
              <a:t>Research Problems</a:t>
            </a:r>
          </a:p>
          <a:p>
            <a:pPr algn="ctr">
              <a:lnSpc>
                <a:spcPts val="5451"/>
              </a:lnSpc>
            </a:pPr>
            <a:r>
              <a:rPr lang="en-US" sz="4699">
                <a:solidFill>
                  <a:srgbClr val="6154A4"/>
                </a:solidFill>
                <a:latin typeface="Droid Serif"/>
                <a:ea typeface="Droid Serif"/>
                <a:cs typeface="Droid Serif"/>
                <a:sym typeface="Droid Serif"/>
              </a:rPr>
              <a:t>Literature Review</a:t>
            </a:r>
          </a:p>
          <a:p>
            <a:pPr algn="ctr">
              <a:lnSpc>
                <a:spcPts val="5451"/>
              </a:lnSpc>
            </a:pPr>
            <a:r>
              <a:rPr lang="en-US" sz="4699">
                <a:solidFill>
                  <a:srgbClr val="6154A4"/>
                </a:solidFill>
                <a:latin typeface="Droid Serif"/>
                <a:ea typeface="Droid Serif"/>
                <a:cs typeface="Droid Serif"/>
                <a:sym typeface="Droid Serif"/>
              </a:rPr>
              <a:t>Results</a:t>
            </a:r>
          </a:p>
          <a:p>
            <a:pPr algn="ctr">
              <a:lnSpc>
                <a:spcPts val="5451"/>
              </a:lnSpc>
            </a:pPr>
            <a:r>
              <a:rPr lang="en-US" sz="4699">
                <a:solidFill>
                  <a:srgbClr val="6154A4"/>
                </a:solidFill>
                <a:latin typeface="Droid Serif"/>
                <a:ea typeface="Droid Serif"/>
                <a:cs typeface="Droid Serif"/>
                <a:sym typeface="Droid Serif"/>
              </a:rPr>
              <a:t>Conclusion</a:t>
            </a:r>
          </a:p>
          <a:p>
            <a:pPr algn="ctr">
              <a:lnSpc>
                <a:spcPts val="5451"/>
              </a:lnSpc>
            </a:pPr>
            <a:r>
              <a:rPr lang="en-US" sz="4699">
                <a:solidFill>
                  <a:srgbClr val="6154A4"/>
                </a:solidFill>
                <a:latin typeface="Droid Serif"/>
                <a:ea typeface="Droid Serif"/>
                <a:cs typeface="Droid Serif"/>
                <a:sym typeface="Droid Serif"/>
              </a:rPr>
              <a:t>Acknowledgement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734447" y="7575512"/>
            <a:ext cx="1856936" cy="1856936"/>
          </a:xfrm>
          <a:custGeom>
            <a:avLst/>
            <a:gdLst/>
            <a:ahLst/>
            <a:cxnLst/>
            <a:rect r="r" b="b" t="t" l="l"/>
            <a:pathLst>
              <a:path h="1856936" w="1856936">
                <a:moveTo>
                  <a:pt x="0" y="0"/>
                </a:moveTo>
                <a:lnTo>
                  <a:pt x="1856936" y="0"/>
                </a:lnTo>
                <a:lnTo>
                  <a:pt x="1856936" y="1856936"/>
                </a:lnTo>
                <a:lnTo>
                  <a:pt x="0" y="1856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56594"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02095" y="4062769"/>
            <a:ext cx="974307" cy="945964"/>
          </a:xfrm>
          <a:custGeom>
            <a:avLst/>
            <a:gdLst/>
            <a:ahLst/>
            <a:cxnLst/>
            <a:rect r="r" b="b" t="t" l="l"/>
            <a:pathLst>
              <a:path h="945964" w="974307">
                <a:moveTo>
                  <a:pt x="0" y="0"/>
                </a:moveTo>
                <a:lnTo>
                  <a:pt x="974307" y="0"/>
                </a:lnTo>
                <a:lnTo>
                  <a:pt x="974307" y="945963"/>
                </a:lnTo>
                <a:lnTo>
                  <a:pt x="0" y="9459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2038638"/>
            <a:ext cx="8947949" cy="1146162"/>
          </a:xfrm>
          <a:prstGeom prst="rect">
            <a:avLst/>
          </a:prstGeom>
        </p:spPr>
        <p:txBody>
          <a:bodyPr anchor="t" rtlCol="false" tIns="0" lIns="0" bIns="0" rIns="0">
            <a:spAutoFit/>
          </a:bodyPr>
          <a:lstStyle/>
          <a:p>
            <a:pPr algn="ctr">
              <a:lnSpc>
                <a:spcPts val="8359"/>
              </a:lnSpc>
            </a:pPr>
            <a:r>
              <a:rPr lang="en-US" sz="8799">
                <a:solidFill>
                  <a:srgbClr val="6154A4"/>
                </a:solidFill>
                <a:latin typeface="Higuen Elegant Serif"/>
                <a:ea typeface="Higuen Elegant Serif"/>
                <a:cs typeface="Higuen Elegant Serif"/>
                <a:sym typeface="Higuen Elegant Serif"/>
              </a:rPr>
              <a:t>INTRODUCTION</a:t>
            </a:r>
          </a:p>
        </p:txBody>
      </p:sp>
      <p:sp>
        <p:nvSpPr>
          <p:cNvPr name="TextBox 12" id="12"/>
          <p:cNvSpPr txBox="true"/>
          <p:nvPr/>
        </p:nvSpPr>
        <p:spPr>
          <a:xfrm rot="0">
            <a:off x="2772061" y="4050102"/>
            <a:ext cx="5770616" cy="485648"/>
          </a:xfrm>
          <a:prstGeom prst="rect">
            <a:avLst/>
          </a:prstGeom>
        </p:spPr>
        <p:txBody>
          <a:bodyPr anchor="t" rtlCol="false" tIns="0" lIns="0" bIns="0" rIns="0">
            <a:spAutoFit/>
          </a:bodyPr>
          <a:lstStyle/>
          <a:p>
            <a:pPr algn="l">
              <a:lnSpc>
                <a:spcPts val="3706"/>
              </a:lnSpc>
            </a:pPr>
            <a:r>
              <a:rPr lang="en-US" sz="3400" b="true">
                <a:solidFill>
                  <a:srgbClr val="6154A4"/>
                </a:solidFill>
                <a:latin typeface="Droid Serif Bold"/>
                <a:ea typeface="Droid Serif Bold"/>
                <a:cs typeface="Droid Serif Bold"/>
                <a:sym typeface="Droid Serif Bold"/>
              </a:rPr>
              <a:t>BACKGROUND</a:t>
            </a:r>
          </a:p>
        </p:txBody>
      </p:sp>
      <p:sp>
        <p:nvSpPr>
          <p:cNvPr name="TextBox 13" id="13"/>
          <p:cNvSpPr txBox="true"/>
          <p:nvPr/>
        </p:nvSpPr>
        <p:spPr>
          <a:xfrm rot="0">
            <a:off x="2772061" y="4652261"/>
            <a:ext cx="5770616" cy="26346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Suspendisse sit amet elit ac ex varius dignissim. Cras in euismod dui. Mauris malesuada non tortor molestie cursus. Aenean auctor</a:t>
            </a:r>
          </a:p>
        </p:txBody>
      </p:sp>
      <p:sp>
        <p:nvSpPr>
          <p:cNvPr name="TextBox 14" id="14"/>
          <p:cNvSpPr txBox="true"/>
          <p:nvPr/>
        </p:nvSpPr>
        <p:spPr>
          <a:xfrm rot="0">
            <a:off x="10969568" y="4050102"/>
            <a:ext cx="5770616" cy="485648"/>
          </a:xfrm>
          <a:prstGeom prst="rect">
            <a:avLst/>
          </a:prstGeom>
        </p:spPr>
        <p:txBody>
          <a:bodyPr anchor="t" rtlCol="false" tIns="0" lIns="0" bIns="0" rIns="0">
            <a:spAutoFit/>
          </a:bodyPr>
          <a:lstStyle/>
          <a:p>
            <a:pPr algn="l">
              <a:lnSpc>
                <a:spcPts val="3706"/>
              </a:lnSpc>
            </a:pPr>
            <a:r>
              <a:rPr lang="en-US" sz="3400" b="true">
                <a:solidFill>
                  <a:srgbClr val="6154A4"/>
                </a:solidFill>
                <a:latin typeface="Droid Serif Bold"/>
                <a:ea typeface="Droid Serif Bold"/>
                <a:cs typeface="Droid Serif Bold"/>
                <a:sym typeface="Droid Serif Bold"/>
              </a:rPr>
              <a:t>OBJECTIVES</a:t>
            </a:r>
          </a:p>
        </p:txBody>
      </p:sp>
      <p:sp>
        <p:nvSpPr>
          <p:cNvPr name="TextBox 15" id="15"/>
          <p:cNvSpPr txBox="true"/>
          <p:nvPr/>
        </p:nvSpPr>
        <p:spPr>
          <a:xfrm rot="0">
            <a:off x="10969568" y="4652261"/>
            <a:ext cx="5770616" cy="26346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Suspendisse sit amet elit ac ex varius dignissim. Cras in euismod dui. Mauris malesuada non tortor molestie cursus. Aenean auctor</a:t>
            </a:r>
          </a:p>
        </p:txBody>
      </p:sp>
      <p:sp>
        <p:nvSpPr>
          <p:cNvPr name="Freeform 16" id="16"/>
          <p:cNvSpPr/>
          <p:nvPr/>
        </p:nvSpPr>
        <p:spPr>
          <a:xfrm flipH="false" flipV="false" rot="0">
            <a:off x="9617395" y="4021527"/>
            <a:ext cx="974307" cy="945964"/>
          </a:xfrm>
          <a:custGeom>
            <a:avLst/>
            <a:gdLst/>
            <a:ahLst/>
            <a:cxnLst/>
            <a:rect r="r" b="b" t="t" l="l"/>
            <a:pathLst>
              <a:path h="945964" w="974307">
                <a:moveTo>
                  <a:pt x="0" y="0"/>
                </a:moveTo>
                <a:lnTo>
                  <a:pt x="974307" y="0"/>
                </a:lnTo>
                <a:lnTo>
                  <a:pt x="974307" y="945964"/>
                </a:lnTo>
                <a:lnTo>
                  <a:pt x="0" y="9459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14431" y="8468414"/>
            <a:ext cx="1856936" cy="1856936"/>
          </a:xfrm>
          <a:custGeom>
            <a:avLst/>
            <a:gdLst/>
            <a:ahLst/>
            <a:cxnLst/>
            <a:rect r="r" b="b" t="t" l="l"/>
            <a:pathLst>
              <a:path h="1856936" w="1856936">
                <a:moveTo>
                  <a:pt x="0" y="0"/>
                </a:moveTo>
                <a:lnTo>
                  <a:pt x="1856936" y="0"/>
                </a:lnTo>
                <a:lnTo>
                  <a:pt x="1856936"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56594"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182317" y="3429286"/>
            <a:ext cx="4562701" cy="5039128"/>
          </a:xfrm>
          <a:custGeom>
            <a:avLst/>
            <a:gdLst/>
            <a:ahLst/>
            <a:cxnLst/>
            <a:rect r="r" b="b" t="t" l="l"/>
            <a:pathLst>
              <a:path h="5039128" w="4562701">
                <a:moveTo>
                  <a:pt x="0" y="0"/>
                </a:moveTo>
                <a:lnTo>
                  <a:pt x="4562702" y="0"/>
                </a:lnTo>
                <a:lnTo>
                  <a:pt x="4562702" y="5039128"/>
                </a:lnTo>
                <a:lnTo>
                  <a:pt x="0" y="50391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1716706"/>
            <a:ext cx="8947949" cy="1984369"/>
          </a:xfrm>
          <a:prstGeom prst="rect">
            <a:avLst/>
          </a:prstGeom>
        </p:spPr>
        <p:txBody>
          <a:bodyPr anchor="t" rtlCol="false" tIns="0" lIns="0" bIns="0" rIns="0">
            <a:spAutoFit/>
          </a:bodyPr>
          <a:lstStyle/>
          <a:p>
            <a:pPr algn="ctr">
              <a:lnSpc>
                <a:spcPts val="7504"/>
              </a:lnSpc>
            </a:pPr>
            <a:r>
              <a:rPr lang="en-US" sz="7899">
                <a:solidFill>
                  <a:srgbClr val="6154A4"/>
                </a:solidFill>
                <a:latin typeface="Higuen Elegant Serif"/>
                <a:ea typeface="Higuen Elegant Serif"/>
                <a:cs typeface="Higuen Elegant Serif"/>
                <a:sym typeface="Higuen Elegant Serif"/>
              </a:rPr>
              <a:t>RESEARCH PROBLEMS</a:t>
            </a:r>
          </a:p>
        </p:txBody>
      </p:sp>
      <p:sp>
        <p:nvSpPr>
          <p:cNvPr name="TextBox 12" id="12"/>
          <p:cNvSpPr txBox="true"/>
          <p:nvPr/>
        </p:nvSpPr>
        <p:spPr>
          <a:xfrm rot="0">
            <a:off x="1098720" y="4146775"/>
            <a:ext cx="8846387" cy="37014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14431" y="8468414"/>
            <a:ext cx="1856936" cy="1856936"/>
          </a:xfrm>
          <a:custGeom>
            <a:avLst/>
            <a:gdLst/>
            <a:ahLst/>
            <a:cxnLst/>
            <a:rect r="r" b="b" t="t" l="l"/>
            <a:pathLst>
              <a:path h="1856936" w="1856936">
                <a:moveTo>
                  <a:pt x="0" y="0"/>
                </a:moveTo>
                <a:lnTo>
                  <a:pt x="1856936" y="0"/>
                </a:lnTo>
                <a:lnTo>
                  <a:pt x="1856936"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640498"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631014" y="4062069"/>
            <a:ext cx="4611065" cy="4611065"/>
          </a:xfrm>
          <a:custGeom>
            <a:avLst/>
            <a:gdLst/>
            <a:ahLst/>
            <a:cxnLst/>
            <a:rect r="r" b="b" t="t" l="l"/>
            <a:pathLst>
              <a:path h="4611065" w="4611065">
                <a:moveTo>
                  <a:pt x="0" y="0"/>
                </a:moveTo>
                <a:lnTo>
                  <a:pt x="4611065" y="0"/>
                </a:lnTo>
                <a:lnTo>
                  <a:pt x="4611065" y="4611065"/>
                </a:lnTo>
                <a:lnTo>
                  <a:pt x="0" y="46110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297035" y="4062069"/>
            <a:ext cx="959150" cy="1226820"/>
          </a:xfrm>
          <a:custGeom>
            <a:avLst/>
            <a:gdLst/>
            <a:ahLst/>
            <a:cxnLst/>
            <a:rect r="r" b="b" t="t" l="l"/>
            <a:pathLst>
              <a:path h="1226820" w="959150">
                <a:moveTo>
                  <a:pt x="0" y="0"/>
                </a:moveTo>
                <a:lnTo>
                  <a:pt x="959150" y="0"/>
                </a:lnTo>
                <a:lnTo>
                  <a:pt x="959150" y="1226820"/>
                </a:lnTo>
                <a:lnTo>
                  <a:pt x="0" y="1226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2" id="12"/>
          <p:cNvSpPr txBox="true"/>
          <p:nvPr/>
        </p:nvSpPr>
        <p:spPr>
          <a:xfrm rot="0">
            <a:off x="4670025" y="1642722"/>
            <a:ext cx="8947949" cy="1857372"/>
          </a:xfrm>
          <a:prstGeom prst="rect">
            <a:avLst/>
          </a:prstGeom>
        </p:spPr>
        <p:txBody>
          <a:bodyPr anchor="t" rtlCol="false" tIns="0" lIns="0" bIns="0" rIns="0">
            <a:spAutoFit/>
          </a:bodyPr>
          <a:lstStyle/>
          <a:p>
            <a:pPr algn="ctr">
              <a:lnSpc>
                <a:spcPts val="7124"/>
              </a:lnSpc>
            </a:pPr>
            <a:r>
              <a:rPr lang="en-US" sz="7499">
                <a:solidFill>
                  <a:srgbClr val="6154A4"/>
                </a:solidFill>
                <a:latin typeface="Higuen Elegant Serif"/>
                <a:ea typeface="Higuen Elegant Serif"/>
                <a:cs typeface="Higuen Elegant Serif"/>
                <a:sym typeface="Higuen Elegant Serif"/>
              </a:rPr>
              <a:t>LITERATURE REVIEW</a:t>
            </a:r>
          </a:p>
        </p:txBody>
      </p:sp>
      <p:sp>
        <p:nvSpPr>
          <p:cNvPr name="TextBox 13" id="13"/>
          <p:cNvSpPr txBox="true"/>
          <p:nvPr/>
        </p:nvSpPr>
        <p:spPr>
          <a:xfrm rot="0">
            <a:off x="2744656" y="3881094"/>
            <a:ext cx="7269031" cy="21012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
        <p:nvSpPr>
          <p:cNvPr name="Freeform 14" id="14"/>
          <p:cNvSpPr/>
          <p:nvPr/>
        </p:nvSpPr>
        <p:spPr>
          <a:xfrm flipH="false" flipV="false" rot="0">
            <a:off x="1218736" y="6548174"/>
            <a:ext cx="959150" cy="1226820"/>
          </a:xfrm>
          <a:custGeom>
            <a:avLst/>
            <a:gdLst/>
            <a:ahLst/>
            <a:cxnLst/>
            <a:rect r="r" b="b" t="t" l="l"/>
            <a:pathLst>
              <a:path h="1226820" w="959150">
                <a:moveTo>
                  <a:pt x="0" y="0"/>
                </a:moveTo>
                <a:lnTo>
                  <a:pt x="959150" y="0"/>
                </a:lnTo>
                <a:lnTo>
                  <a:pt x="959150" y="1226820"/>
                </a:lnTo>
                <a:lnTo>
                  <a:pt x="0" y="1226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2744656" y="6367199"/>
            <a:ext cx="7269031" cy="21012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65122" y="6925441"/>
            <a:ext cx="2165549" cy="2165549"/>
          </a:xfrm>
          <a:custGeom>
            <a:avLst/>
            <a:gdLst/>
            <a:ahLst/>
            <a:cxnLst/>
            <a:rect r="r" b="b" t="t" l="l"/>
            <a:pathLst>
              <a:path h="2165549" w="2165549">
                <a:moveTo>
                  <a:pt x="0" y="0"/>
                </a:moveTo>
                <a:lnTo>
                  <a:pt x="2165549" y="0"/>
                </a:lnTo>
                <a:lnTo>
                  <a:pt x="2165549" y="2165549"/>
                </a:lnTo>
                <a:lnTo>
                  <a:pt x="0" y="2165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701130" y="-1732620"/>
            <a:ext cx="5823579" cy="4256507"/>
          </a:xfrm>
          <a:custGeom>
            <a:avLst/>
            <a:gdLst/>
            <a:ahLst/>
            <a:cxnLst/>
            <a:rect r="r" b="b" t="t" l="l"/>
            <a:pathLst>
              <a:path h="4256507" w="5823579">
                <a:moveTo>
                  <a:pt x="0" y="0"/>
                </a:moveTo>
                <a:lnTo>
                  <a:pt x="5823580" y="0"/>
                </a:lnTo>
                <a:lnTo>
                  <a:pt x="5823580" y="4256507"/>
                </a:lnTo>
                <a:lnTo>
                  <a:pt x="0" y="42565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695178" y="8318898"/>
            <a:ext cx="5854794" cy="4279322"/>
          </a:xfrm>
          <a:custGeom>
            <a:avLst/>
            <a:gdLst/>
            <a:ahLst/>
            <a:cxnLst/>
            <a:rect r="r" b="b" t="t" l="l"/>
            <a:pathLst>
              <a:path h="4279322" w="5854794">
                <a:moveTo>
                  <a:pt x="0" y="0"/>
                </a:moveTo>
                <a:lnTo>
                  <a:pt x="5854794" y="0"/>
                </a:lnTo>
                <a:lnTo>
                  <a:pt x="5854794" y="4279322"/>
                </a:lnTo>
                <a:lnTo>
                  <a:pt x="0" y="42793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75457" y="1581804"/>
            <a:ext cx="2122797" cy="2122797"/>
          </a:xfrm>
          <a:custGeom>
            <a:avLst/>
            <a:gdLst/>
            <a:ahLst/>
            <a:cxnLst/>
            <a:rect r="r" b="b" t="t" l="l"/>
            <a:pathLst>
              <a:path h="2122797" w="2122797">
                <a:moveTo>
                  <a:pt x="0" y="0"/>
                </a:moveTo>
                <a:lnTo>
                  <a:pt x="2122797" y="0"/>
                </a:lnTo>
                <a:lnTo>
                  <a:pt x="2122797" y="2122798"/>
                </a:lnTo>
                <a:lnTo>
                  <a:pt x="0" y="21227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412848" y="2406064"/>
            <a:ext cx="9462304" cy="1149337"/>
          </a:xfrm>
          <a:prstGeom prst="rect">
            <a:avLst/>
          </a:prstGeom>
        </p:spPr>
        <p:txBody>
          <a:bodyPr anchor="t" rtlCol="false" tIns="0" lIns="0" bIns="0" rIns="0">
            <a:spAutoFit/>
          </a:bodyPr>
          <a:lstStyle/>
          <a:p>
            <a:pPr algn="ctr">
              <a:lnSpc>
                <a:spcPts val="8454"/>
              </a:lnSpc>
            </a:pPr>
            <a:r>
              <a:rPr lang="en-US" sz="8899">
                <a:solidFill>
                  <a:srgbClr val="6154A4"/>
                </a:solidFill>
                <a:latin typeface="Higuen Elegant Serif"/>
                <a:ea typeface="Higuen Elegant Serif"/>
                <a:cs typeface="Higuen Elegant Serif"/>
                <a:sym typeface="Higuen Elegant Serif"/>
              </a:rPr>
              <a:t>QUANTITATIVE</a:t>
            </a:r>
          </a:p>
        </p:txBody>
      </p:sp>
      <p:sp>
        <p:nvSpPr>
          <p:cNvPr name="TextBox 11" id="11"/>
          <p:cNvSpPr txBox="true"/>
          <p:nvPr/>
        </p:nvSpPr>
        <p:spPr>
          <a:xfrm rot="0">
            <a:off x="3906411" y="3920529"/>
            <a:ext cx="10475178" cy="15678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
        <p:nvSpPr>
          <p:cNvPr name="TextBox 12" id="12"/>
          <p:cNvSpPr txBox="true"/>
          <p:nvPr/>
        </p:nvSpPr>
        <p:spPr>
          <a:xfrm rot="0">
            <a:off x="3906411" y="5820097"/>
            <a:ext cx="10475178" cy="15678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14431" y="8468414"/>
            <a:ext cx="1856936" cy="1856936"/>
          </a:xfrm>
          <a:custGeom>
            <a:avLst/>
            <a:gdLst/>
            <a:ahLst/>
            <a:cxnLst/>
            <a:rect r="r" b="b" t="t" l="l"/>
            <a:pathLst>
              <a:path h="1856936" w="1856936">
                <a:moveTo>
                  <a:pt x="0" y="0"/>
                </a:moveTo>
                <a:lnTo>
                  <a:pt x="1856936" y="0"/>
                </a:lnTo>
                <a:lnTo>
                  <a:pt x="1856936"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567470" y="-1749765"/>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429336"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038778" y="3550342"/>
            <a:ext cx="5158394" cy="5139636"/>
          </a:xfrm>
          <a:custGeom>
            <a:avLst/>
            <a:gdLst/>
            <a:ahLst/>
            <a:cxnLst/>
            <a:rect r="r" b="b" t="t" l="l"/>
            <a:pathLst>
              <a:path h="5139636" w="5158394">
                <a:moveTo>
                  <a:pt x="0" y="0"/>
                </a:moveTo>
                <a:lnTo>
                  <a:pt x="5158394" y="0"/>
                </a:lnTo>
                <a:lnTo>
                  <a:pt x="5158394" y="5139637"/>
                </a:lnTo>
                <a:lnTo>
                  <a:pt x="0" y="51396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2195538"/>
            <a:ext cx="8947949" cy="1250930"/>
          </a:xfrm>
          <a:prstGeom prst="rect">
            <a:avLst/>
          </a:prstGeom>
        </p:spPr>
        <p:txBody>
          <a:bodyPr anchor="t" rtlCol="false" tIns="0" lIns="0" bIns="0" rIns="0">
            <a:spAutoFit/>
          </a:bodyPr>
          <a:lstStyle/>
          <a:p>
            <a:pPr algn="ctr">
              <a:lnSpc>
                <a:spcPts val="9214"/>
              </a:lnSpc>
            </a:pPr>
            <a:r>
              <a:rPr lang="en-US" sz="9699">
                <a:solidFill>
                  <a:srgbClr val="6154A4"/>
                </a:solidFill>
                <a:latin typeface="Higuen Elegant Serif"/>
                <a:ea typeface="Higuen Elegant Serif"/>
                <a:cs typeface="Higuen Elegant Serif"/>
                <a:sym typeface="Higuen Elegant Serif"/>
              </a:rPr>
              <a:t>RESULTS</a:t>
            </a:r>
          </a:p>
        </p:txBody>
      </p:sp>
      <p:sp>
        <p:nvSpPr>
          <p:cNvPr name="TextBox 12" id="12"/>
          <p:cNvSpPr txBox="true"/>
          <p:nvPr/>
        </p:nvSpPr>
        <p:spPr>
          <a:xfrm rot="0">
            <a:off x="1201591" y="4041804"/>
            <a:ext cx="8434903" cy="37014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02364" y="7401364"/>
            <a:ext cx="1856936" cy="1856936"/>
          </a:xfrm>
          <a:custGeom>
            <a:avLst/>
            <a:gdLst/>
            <a:ahLst/>
            <a:cxnLst/>
            <a:rect r="r" b="b" t="t" l="l"/>
            <a:pathLst>
              <a:path h="1856936" w="1856936">
                <a:moveTo>
                  <a:pt x="0" y="0"/>
                </a:moveTo>
                <a:lnTo>
                  <a:pt x="1856936" y="0"/>
                </a:lnTo>
                <a:lnTo>
                  <a:pt x="1856936" y="1856936"/>
                </a:lnTo>
                <a:lnTo>
                  <a:pt x="0" y="1856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567470" y="-1749765"/>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97140">
            <a:off x="3429336"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2108594" cy="2108594"/>
          </a:xfrm>
          <a:custGeom>
            <a:avLst/>
            <a:gdLst/>
            <a:ahLst/>
            <a:cxnLst/>
            <a:rect r="r" b="b" t="t" l="l"/>
            <a:pathLst>
              <a:path h="2108594" w="2108594">
                <a:moveTo>
                  <a:pt x="0" y="0"/>
                </a:moveTo>
                <a:lnTo>
                  <a:pt x="2108593" y="0"/>
                </a:lnTo>
                <a:lnTo>
                  <a:pt x="2108593" y="2108594"/>
                </a:lnTo>
                <a:lnTo>
                  <a:pt x="0" y="2108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275687" y="2092667"/>
            <a:ext cx="9736627" cy="1250930"/>
          </a:xfrm>
          <a:prstGeom prst="rect">
            <a:avLst/>
          </a:prstGeom>
        </p:spPr>
        <p:txBody>
          <a:bodyPr anchor="t" rtlCol="false" tIns="0" lIns="0" bIns="0" rIns="0">
            <a:spAutoFit/>
          </a:bodyPr>
          <a:lstStyle/>
          <a:p>
            <a:pPr algn="ctr">
              <a:lnSpc>
                <a:spcPts val="9214"/>
              </a:lnSpc>
            </a:pPr>
            <a:r>
              <a:rPr lang="en-US" sz="9699">
                <a:solidFill>
                  <a:srgbClr val="6154A4"/>
                </a:solidFill>
                <a:latin typeface="Higuen Elegant Serif"/>
                <a:ea typeface="Higuen Elegant Serif"/>
                <a:cs typeface="Higuen Elegant Serif"/>
                <a:sym typeface="Higuen Elegant Serif"/>
              </a:rPr>
              <a:t>CONCLUSION</a:t>
            </a:r>
          </a:p>
        </p:txBody>
      </p:sp>
      <p:sp>
        <p:nvSpPr>
          <p:cNvPr name="TextBox 11" id="11"/>
          <p:cNvSpPr txBox="true"/>
          <p:nvPr/>
        </p:nvSpPr>
        <p:spPr>
          <a:xfrm rot="0">
            <a:off x="3374911" y="3578885"/>
            <a:ext cx="11538178" cy="26346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nostrud exercitation ullamco laboris nisi ut aliquip ex commodo consequat. Duis aute irure dolor in reprehenderit in voluptate velit cillum dolore eu fugiat nulla pariatur. Excepteur sint occaecatt non proident, sunt in culpa qui officia deserunt mollit anim id est laborum.</a:t>
            </a:r>
          </a:p>
        </p:txBody>
      </p:sp>
      <p:sp>
        <p:nvSpPr>
          <p:cNvPr name="TextBox 12" id="12"/>
          <p:cNvSpPr txBox="true"/>
          <p:nvPr/>
        </p:nvSpPr>
        <p:spPr>
          <a:xfrm rot="0">
            <a:off x="3486921" y="6661917"/>
            <a:ext cx="11141465" cy="1567815"/>
          </a:xfrm>
          <a:prstGeom prst="rect">
            <a:avLst/>
          </a:prstGeom>
        </p:spPr>
        <p:txBody>
          <a:bodyPr anchor="t" rtlCol="false" tIns="0" lIns="0" bIns="0" rIns="0">
            <a:spAutoFit/>
          </a:bodyPr>
          <a:lstStyle/>
          <a:p>
            <a:pPr algn="ctr">
              <a:lnSpc>
                <a:spcPts val="4200"/>
              </a:lnSpc>
            </a:pPr>
            <a:r>
              <a:rPr lang="en-US" sz="2100">
                <a:solidFill>
                  <a:srgbClr val="6154A4"/>
                </a:solidFill>
                <a:latin typeface="Droid Serif"/>
                <a:ea typeface="Droid Serif"/>
                <a:cs typeface="Droid Serif"/>
                <a:sym typeface="Droid Serif"/>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4045170" y="-4875767"/>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7980" y="6945763"/>
            <a:ext cx="9340051" cy="9340051"/>
          </a:xfrm>
          <a:custGeom>
            <a:avLst/>
            <a:gdLst/>
            <a:ahLst/>
            <a:cxnLst/>
            <a:rect r="r" b="b" t="t" l="l"/>
            <a:pathLst>
              <a:path h="9340051" w="9340051">
                <a:moveTo>
                  <a:pt x="0" y="0"/>
                </a:moveTo>
                <a:lnTo>
                  <a:pt x="9340050" y="0"/>
                </a:lnTo>
                <a:lnTo>
                  <a:pt x="9340050"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133380" y="-2006943"/>
            <a:ext cx="5823579" cy="4256507"/>
          </a:xfrm>
          <a:custGeom>
            <a:avLst/>
            <a:gdLst/>
            <a:ahLst/>
            <a:cxnLst/>
            <a:rect r="r" b="b" t="t" l="l"/>
            <a:pathLst>
              <a:path h="4256507" w="5823579">
                <a:moveTo>
                  <a:pt x="0" y="0"/>
                </a:moveTo>
                <a:lnTo>
                  <a:pt x="5823579" y="0"/>
                </a:lnTo>
                <a:lnTo>
                  <a:pt x="5823579" y="4256507"/>
                </a:lnTo>
                <a:lnTo>
                  <a:pt x="0" y="42565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597140">
            <a:off x="3718343" y="8490350"/>
            <a:ext cx="5854794" cy="4279322"/>
          </a:xfrm>
          <a:custGeom>
            <a:avLst/>
            <a:gdLst/>
            <a:ahLst/>
            <a:cxnLst/>
            <a:rect r="r" b="b" t="t" l="l"/>
            <a:pathLst>
              <a:path h="4279322" w="5854794">
                <a:moveTo>
                  <a:pt x="0" y="0"/>
                </a:moveTo>
                <a:lnTo>
                  <a:pt x="5854794" y="0"/>
                </a:lnTo>
                <a:lnTo>
                  <a:pt x="5854794" y="4279322"/>
                </a:lnTo>
                <a:lnTo>
                  <a:pt x="0" y="4279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75457" y="1581804"/>
            <a:ext cx="2122797" cy="2122797"/>
          </a:xfrm>
          <a:custGeom>
            <a:avLst/>
            <a:gdLst/>
            <a:ahLst/>
            <a:cxnLst/>
            <a:rect r="r" b="b" t="t" l="l"/>
            <a:pathLst>
              <a:path h="2122797" w="2122797">
                <a:moveTo>
                  <a:pt x="0" y="0"/>
                </a:moveTo>
                <a:lnTo>
                  <a:pt x="2122797" y="0"/>
                </a:lnTo>
                <a:lnTo>
                  <a:pt x="2122797" y="2122798"/>
                </a:lnTo>
                <a:lnTo>
                  <a:pt x="0" y="21227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838292" y="3841763"/>
            <a:ext cx="5331870" cy="4847155"/>
          </a:xfrm>
          <a:custGeom>
            <a:avLst/>
            <a:gdLst/>
            <a:ahLst/>
            <a:cxnLst/>
            <a:rect r="r" b="b" t="t" l="l"/>
            <a:pathLst>
              <a:path h="4847155" w="5331870">
                <a:moveTo>
                  <a:pt x="0" y="0"/>
                </a:moveTo>
                <a:lnTo>
                  <a:pt x="5331870" y="0"/>
                </a:lnTo>
                <a:lnTo>
                  <a:pt x="5331870" y="4847155"/>
                </a:lnTo>
                <a:lnTo>
                  <a:pt x="0" y="48471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3744186" y="2421014"/>
            <a:ext cx="10799627" cy="996946"/>
          </a:xfrm>
          <a:prstGeom prst="rect">
            <a:avLst/>
          </a:prstGeom>
        </p:spPr>
        <p:txBody>
          <a:bodyPr anchor="t" rtlCol="false" tIns="0" lIns="0" bIns="0" rIns="0">
            <a:spAutoFit/>
          </a:bodyPr>
          <a:lstStyle/>
          <a:p>
            <a:pPr algn="ctr">
              <a:lnSpc>
                <a:spcPts val="7314"/>
              </a:lnSpc>
            </a:pPr>
            <a:r>
              <a:rPr lang="en-US" sz="7699">
                <a:solidFill>
                  <a:srgbClr val="6154A4"/>
                </a:solidFill>
                <a:latin typeface="Higuen Elegant Serif"/>
                <a:ea typeface="Higuen Elegant Serif"/>
                <a:cs typeface="Higuen Elegant Serif"/>
                <a:sym typeface="Higuen Elegant Serif"/>
              </a:rPr>
              <a:t>ACKNOWLEDGEMENT</a:t>
            </a:r>
          </a:p>
        </p:txBody>
      </p:sp>
      <p:sp>
        <p:nvSpPr>
          <p:cNvPr name="TextBox 11" id="11"/>
          <p:cNvSpPr txBox="true"/>
          <p:nvPr/>
        </p:nvSpPr>
        <p:spPr>
          <a:xfrm rot="0">
            <a:off x="2143240" y="4266577"/>
            <a:ext cx="8557891" cy="1753870"/>
          </a:xfrm>
          <a:prstGeom prst="rect">
            <a:avLst/>
          </a:prstGeom>
        </p:spPr>
        <p:txBody>
          <a:bodyPr anchor="t" rtlCol="false" tIns="0" lIns="0" bIns="0" rIns="0">
            <a:spAutoFit/>
          </a:bodyPr>
          <a:lstStyle/>
          <a:p>
            <a:pPr algn="l" marL="863603" indent="-431801" lvl="1">
              <a:lnSpc>
                <a:spcPts val="4640"/>
              </a:lnSpc>
              <a:buFont typeface="Arial"/>
              <a:buChar char="•"/>
            </a:pPr>
            <a:r>
              <a:rPr lang="en-US" sz="4000">
                <a:solidFill>
                  <a:srgbClr val="6154A4"/>
                </a:solidFill>
                <a:latin typeface="Droid Serif"/>
                <a:ea typeface="Droid Serif"/>
                <a:cs typeface="Droid Serif"/>
                <a:sym typeface="Droid Serif"/>
              </a:rPr>
              <a:t>Many thanks to my lecturers who always guide me in writing this thesis.</a:t>
            </a:r>
          </a:p>
        </p:txBody>
      </p:sp>
      <p:sp>
        <p:nvSpPr>
          <p:cNvPr name="TextBox 12" id="12"/>
          <p:cNvSpPr txBox="true"/>
          <p:nvPr/>
        </p:nvSpPr>
        <p:spPr>
          <a:xfrm rot="0">
            <a:off x="2143240" y="6582422"/>
            <a:ext cx="7483295" cy="1753870"/>
          </a:xfrm>
          <a:prstGeom prst="rect">
            <a:avLst/>
          </a:prstGeom>
        </p:spPr>
        <p:txBody>
          <a:bodyPr anchor="t" rtlCol="false" tIns="0" lIns="0" bIns="0" rIns="0">
            <a:spAutoFit/>
          </a:bodyPr>
          <a:lstStyle/>
          <a:p>
            <a:pPr algn="l" marL="863603" indent="-431801" lvl="1">
              <a:lnSpc>
                <a:spcPts val="4640"/>
              </a:lnSpc>
              <a:buFont typeface="Arial"/>
              <a:buChar char="•"/>
            </a:pPr>
            <a:r>
              <a:rPr lang="en-US" sz="4000">
                <a:solidFill>
                  <a:srgbClr val="6154A4"/>
                </a:solidFill>
                <a:latin typeface="Droid Serif"/>
                <a:ea typeface="Droid Serif"/>
                <a:cs typeface="Droid Serif"/>
                <a:sym typeface="Droid Serif"/>
              </a:rPr>
              <a:t>Special thanks to my parents who always support me.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031932" y="7648747"/>
            <a:ext cx="1856936" cy="1856936"/>
          </a:xfrm>
          <a:custGeom>
            <a:avLst/>
            <a:gdLst/>
            <a:ahLst/>
            <a:cxnLst/>
            <a:rect r="r" b="b" t="t" l="l"/>
            <a:pathLst>
              <a:path h="1856936" w="1856936">
                <a:moveTo>
                  <a:pt x="0" y="0"/>
                </a:moveTo>
                <a:lnTo>
                  <a:pt x="1856937" y="0"/>
                </a:lnTo>
                <a:lnTo>
                  <a:pt x="1856937" y="1856937"/>
                </a:lnTo>
                <a:lnTo>
                  <a:pt x="0" y="185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770513" y="-1355727"/>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1927" y="7200900"/>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80165" y="-168081"/>
            <a:ext cx="1196781" cy="1196781"/>
          </a:xfrm>
          <a:custGeom>
            <a:avLst/>
            <a:gdLst/>
            <a:ahLst/>
            <a:cxnLst/>
            <a:rect r="r" b="b" t="t" l="l"/>
            <a:pathLst>
              <a:path h="1196781" w="1196781">
                <a:moveTo>
                  <a:pt x="0" y="0"/>
                </a:moveTo>
                <a:lnTo>
                  <a:pt x="1196781" y="0"/>
                </a:lnTo>
                <a:lnTo>
                  <a:pt x="1196781" y="1196781"/>
                </a:lnTo>
                <a:lnTo>
                  <a:pt x="0" y="11967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0" id="10"/>
          <p:cNvSpPr txBox="true"/>
          <p:nvPr/>
        </p:nvSpPr>
        <p:spPr>
          <a:xfrm rot="0">
            <a:off x="4670025" y="2232033"/>
            <a:ext cx="8947949" cy="1273154"/>
          </a:xfrm>
          <a:prstGeom prst="rect">
            <a:avLst/>
          </a:prstGeom>
        </p:spPr>
        <p:txBody>
          <a:bodyPr anchor="t" rtlCol="false" tIns="0" lIns="0" bIns="0" rIns="0">
            <a:spAutoFit/>
          </a:bodyPr>
          <a:lstStyle/>
          <a:p>
            <a:pPr algn="ctr">
              <a:lnSpc>
                <a:spcPts val="9309"/>
              </a:lnSpc>
            </a:pPr>
            <a:r>
              <a:rPr lang="en-US" sz="9799">
                <a:solidFill>
                  <a:srgbClr val="6154A4"/>
                </a:solidFill>
                <a:latin typeface="Higuen Elegant Serif"/>
                <a:ea typeface="Higuen Elegant Serif"/>
                <a:cs typeface="Higuen Elegant Serif"/>
                <a:sym typeface="Higuen Elegant Serif"/>
              </a:rPr>
              <a:t>OVERVIEW</a:t>
            </a:r>
          </a:p>
        </p:txBody>
      </p:sp>
      <p:sp>
        <p:nvSpPr>
          <p:cNvPr name="TextBox 11" id="11"/>
          <p:cNvSpPr txBox="true"/>
          <p:nvPr/>
        </p:nvSpPr>
        <p:spPr>
          <a:xfrm rot="0">
            <a:off x="4865055" y="3649351"/>
            <a:ext cx="8557891" cy="4129151"/>
          </a:xfrm>
          <a:prstGeom prst="rect">
            <a:avLst/>
          </a:prstGeom>
        </p:spPr>
        <p:txBody>
          <a:bodyPr anchor="t" rtlCol="false" tIns="0" lIns="0" bIns="0" rIns="0">
            <a:spAutoFit/>
          </a:bodyPr>
          <a:lstStyle/>
          <a:p>
            <a:pPr algn="ctr">
              <a:lnSpc>
                <a:spcPts val="5451"/>
              </a:lnSpc>
            </a:pPr>
            <a:r>
              <a:rPr lang="en-US" sz="4699">
                <a:solidFill>
                  <a:srgbClr val="6154A4"/>
                </a:solidFill>
                <a:latin typeface="Droid Serif"/>
                <a:ea typeface="Droid Serif"/>
                <a:cs typeface="Droid Serif"/>
                <a:sym typeface="Droid Serif"/>
              </a:rPr>
              <a:t>Introduction</a:t>
            </a:r>
          </a:p>
          <a:p>
            <a:pPr algn="ctr">
              <a:lnSpc>
                <a:spcPts val="5451"/>
              </a:lnSpc>
            </a:pPr>
            <a:r>
              <a:rPr lang="en-US" sz="4699">
                <a:solidFill>
                  <a:srgbClr val="6154A4"/>
                </a:solidFill>
                <a:latin typeface="Droid Serif"/>
                <a:ea typeface="Droid Serif"/>
                <a:cs typeface="Droid Serif"/>
                <a:sym typeface="Droid Serif"/>
              </a:rPr>
              <a:t>Research Problems</a:t>
            </a:r>
          </a:p>
          <a:p>
            <a:pPr algn="ctr">
              <a:lnSpc>
                <a:spcPts val="5451"/>
              </a:lnSpc>
            </a:pPr>
            <a:r>
              <a:rPr lang="en-US" sz="4699">
                <a:solidFill>
                  <a:srgbClr val="6154A4"/>
                </a:solidFill>
                <a:latin typeface="Droid Serif"/>
                <a:ea typeface="Droid Serif"/>
                <a:cs typeface="Droid Serif"/>
                <a:sym typeface="Droid Serif"/>
              </a:rPr>
              <a:t>Literature Review</a:t>
            </a:r>
          </a:p>
          <a:p>
            <a:pPr algn="ctr">
              <a:lnSpc>
                <a:spcPts val="5451"/>
              </a:lnSpc>
            </a:pPr>
            <a:r>
              <a:rPr lang="en-US" sz="4699">
                <a:solidFill>
                  <a:srgbClr val="6154A4"/>
                </a:solidFill>
                <a:latin typeface="Droid Serif"/>
                <a:ea typeface="Droid Serif"/>
                <a:cs typeface="Droid Serif"/>
                <a:sym typeface="Droid Serif"/>
              </a:rPr>
              <a:t>Results</a:t>
            </a:r>
          </a:p>
          <a:p>
            <a:pPr algn="ctr">
              <a:lnSpc>
                <a:spcPts val="5451"/>
              </a:lnSpc>
            </a:pPr>
            <a:r>
              <a:rPr lang="en-US" sz="4699">
                <a:solidFill>
                  <a:srgbClr val="6154A4"/>
                </a:solidFill>
                <a:latin typeface="Droid Serif"/>
                <a:ea typeface="Droid Serif"/>
                <a:cs typeface="Droid Serif"/>
                <a:sym typeface="Droid Serif"/>
              </a:rPr>
              <a:t>Conclusion</a:t>
            </a:r>
          </a:p>
          <a:p>
            <a:pPr algn="ctr">
              <a:lnSpc>
                <a:spcPts val="5451"/>
              </a:lnSpc>
            </a:pPr>
            <a:r>
              <a:rPr lang="en-US" sz="4699">
                <a:solidFill>
                  <a:srgbClr val="6154A4"/>
                </a:solidFill>
                <a:latin typeface="Droid Serif"/>
                <a:ea typeface="Droid Serif"/>
                <a:cs typeface="Droid Serif"/>
                <a:sym typeface="Droid Serif"/>
              </a:rPr>
              <a:t>Acknowledgement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617975" y="-4670025"/>
            <a:ext cx="9340051" cy="9340051"/>
          </a:xfrm>
          <a:custGeom>
            <a:avLst/>
            <a:gdLst/>
            <a:ahLst/>
            <a:cxnLst/>
            <a:rect r="r" b="b" t="t" l="l"/>
            <a:pathLst>
              <a:path h="9340051" w="9340051">
                <a:moveTo>
                  <a:pt x="0" y="0"/>
                </a:moveTo>
                <a:lnTo>
                  <a:pt x="9340050" y="0"/>
                </a:lnTo>
                <a:lnTo>
                  <a:pt x="9340050"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734447" y="7575512"/>
            <a:ext cx="1856936" cy="1856936"/>
          </a:xfrm>
          <a:custGeom>
            <a:avLst/>
            <a:gdLst/>
            <a:ahLst/>
            <a:cxnLst/>
            <a:rect r="r" b="b" t="t" l="l"/>
            <a:pathLst>
              <a:path h="1856936" w="1856936">
                <a:moveTo>
                  <a:pt x="0" y="0"/>
                </a:moveTo>
                <a:lnTo>
                  <a:pt x="1856936" y="0"/>
                </a:lnTo>
                <a:lnTo>
                  <a:pt x="1856936" y="1856936"/>
                </a:lnTo>
                <a:lnTo>
                  <a:pt x="0" y="1856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803124" y="-1749765"/>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56594" y="8267951"/>
            <a:ext cx="5629701" cy="4114800"/>
          </a:xfrm>
          <a:custGeom>
            <a:avLst/>
            <a:gdLst/>
            <a:ahLst/>
            <a:cxnLst/>
            <a:rect r="r" b="b" t="t" l="l"/>
            <a:pathLst>
              <a:path h="4114800" w="5629701">
                <a:moveTo>
                  <a:pt x="0" y="0"/>
                </a:moveTo>
                <a:lnTo>
                  <a:pt x="5629702" y="0"/>
                </a:lnTo>
                <a:lnTo>
                  <a:pt x="56297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8328" y="1651266"/>
            <a:ext cx="1427537" cy="1427537"/>
          </a:xfrm>
          <a:custGeom>
            <a:avLst/>
            <a:gdLst/>
            <a:ahLst/>
            <a:cxnLst/>
            <a:rect r="r" b="b" t="t" l="l"/>
            <a:pathLst>
              <a:path h="1427537" w="1427537">
                <a:moveTo>
                  <a:pt x="0" y="0"/>
                </a:moveTo>
                <a:lnTo>
                  <a:pt x="1427537" y="0"/>
                </a:lnTo>
                <a:lnTo>
                  <a:pt x="1427537" y="1427537"/>
                </a:lnTo>
                <a:lnTo>
                  <a:pt x="0" y="142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02095" y="4062769"/>
            <a:ext cx="974307" cy="945964"/>
          </a:xfrm>
          <a:custGeom>
            <a:avLst/>
            <a:gdLst/>
            <a:ahLst/>
            <a:cxnLst/>
            <a:rect r="r" b="b" t="t" l="l"/>
            <a:pathLst>
              <a:path h="945964" w="974307">
                <a:moveTo>
                  <a:pt x="0" y="0"/>
                </a:moveTo>
                <a:lnTo>
                  <a:pt x="974307" y="0"/>
                </a:lnTo>
                <a:lnTo>
                  <a:pt x="974307" y="945963"/>
                </a:lnTo>
                <a:lnTo>
                  <a:pt x="0" y="9459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
        <p:nvSpPr>
          <p:cNvPr name="TextBox 11" id="11"/>
          <p:cNvSpPr txBox="true"/>
          <p:nvPr/>
        </p:nvSpPr>
        <p:spPr>
          <a:xfrm rot="0">
            <a:off x="4670025" y="2038638"/>
            <a:ext cx="8947949" cy="1146162"/>
          </a:xfrm>
          <a:prstGeom prst="rect">
            <a:avLst/>
          </a:prstGeom>
        </p:spPr>
        <p:txBody>
          <a:bodyPr anchor="t" rtlCol="false" tIns="0" lIns="0" bIns="0" rIns="0">
            <a:spAutoFit/>
          </a:bodyPr>
          <a:lstStyle/>
          <a:p>
            <a:pPr algn="ctr">
              <a:lnSpc>
                <a:spcPts val="8359"/>
              </a:lnSpc>
            </a:pPr>
            <a:r>
              <a:rPr lang="en-US" sz="8799">
                <a:solidFill>
                  <a:srgbClr val="6154A4"/>
                </a:solidFill>
                <a:latin typeface="Higuen Elegant Serif"/>
                <a:ea typeface="Higuen Elegant Serif"/>
                <a:cs typeface="Higuen Elegant Serif"/>
                <a:sym typeface="Higuen Elegant Serif"/>
              </a:rPr>
              <a:t>INTRODUCTION</a:t>
            </a:r>
          </a:p>
        </p:txBody>
      </p:sp>
      <p:sp>
        <p:nvSpPr>
          <p:cNvPr name="TextBox 12" id="12"/>
          <p:cNvSpPr txBox="true"/>
          <p:nvPr/>
        </p:nvSpPr>
        <p:spPr>
          <a:xfrm rot="0">
            <a:off x="2772061" y="4050102"/>
            <a:ext cx="5770616" cy="485648"/>
          </a:xfrm>
          <a:prstGeom prst="rect">
            <a:avLst/>
          </a:prstGeom>
        </p:spPr>
        <p:txBody>
          <a:bodyPr anchor="t" rtlCol="false" tIns="0" lIns="0" bIns="0" rIns="0">
            <a:spAutoFit/>
          </a:bodyPr>
          <a:lstStyle/>
          <a:p>
            <a:pPr algn="l">
              <a:lnSpc>
                <a:spcPts val="3706"/>
              </a:lnSpc>
            </a:pPr>
            <a:r>
              <a:rPr lang="en-US" sz="3400" b="true">
                <a:solidFill>
                  <a:srgbClr val="6154A4"/>
                </a:solidFill>
                <a:latin typeface="Droid Serif Bold"/>
                <a:ea typeface="Droid Serif Bold"/>
                <a:cs typeface="Droid Serif Bold"/>
                <a:sym typeface="Droid Serif Bold"/>
              </a:rPr>
              <a:t>BACKGROUND</a:t>
            </a:r>
          </a:p>
        </p:txBody>
      </p:sp>
      <p:sp>
        <p:nvSpPr>
          <p:cNvPr name="TextBox 13" id="13"/>
          <p:cNvSpPr txBox="true"/>
          <p:nvPr/>
        </p:nvSpPr>
        <p:spPr>
          <a:xfrm rot="0">
            <a:off x="2772061" y="4652261"/>
            <a:ext cx="5770616" cy="26346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Suspendisse sit amet elit ac ex varius dignissim. Cras in euismod dui. Mauris malesuada non tortor molestie cursus. Aenean auctor</a:t>
            </a:r>
          </a:p>
        </p:txBody>
      </p:sp>
      <p:sp>
        <p:nvSpPr>
          <p:cNvPr name="TextBox 14" id="14"/>
          <p:cNvSpPr txBox="true"/>
          <p:nvPr/>
        </p:nvSpPr>
        <p:spPr>
          <a:xfrm rot="0">
            <a:off x="10969568" y="4050102"/>
            <a:ext cx="5770616" cy="485648"/>
          </a:xfrm>
          <a:prstGeom prst="rect">
            <a:avLst/>
          </a:prstGeom>
        </p:spPr>
        <p:txBody>
          <a:bodyPr anchor="t" rtlCol="false" tIns="0" lIns="0" bIns="0" rIns="0">
            <a:spAutoFit/>
          </a:bodyPr>
          <a:lstStyle/>
          <a:p>
            <a:pPr algn="l">
              <a:lnSpc>
                <a:spcPts val="3706"/>
              </a:lnSpc>
            </a:pPr>
            <a:r>
              <a:rPr lang="en-US" sz="3400" b="true">
                <a:solidFill>
                  <a:srgbClr val="6154A4"/>
                </a:solidFill>
                <a:latin typeface="Droid Serif Bold"/>
                <a:ea typeface="Droid Serif Bold"/>
                <a:cs typeface="Droid Serif Bold"/>
                <a:sym typeface="Droid Serif Bold"/>
              </a:rPr>
              <a:t>OBJECTIVES</a:t>
            </a:r>
          </a:p>
        </p:txBody>
      </p:sp>
      <p:sp>
        <p:nvSpPr>
          <p:cNvPr name="TextBox 15" id="15"/>
          <p:cNvSpPr txBox="true"/>
          <p:nvPr/>
        </p:nvSpPr>
        <p:spPr>
          <a:xfrm rot="0">
            <a:off x="10969568" y="4652261"/>
            <a:ext cx="5770616" cy="2634615"/>
          </a:xfrm>
          <a:prstGeom prst="rect">
            <a:avLst/>
          </a:prstGeom>
        </p:spPr>
        <p:txBody>
          <a:bodyPr anchor="t" rtlCol="false" tIns="0" lIns="0" bIns="0" rIns="0">
            <a:spAutoFit/>
          </a:bodyPr>
          <a:lstStyle/>
          <a:p>
            <a:pPr algn="just">
              <a:lnSpc>
                <a:spcPts val="4200"/>
              </a:lnSpc>
            </a:pPr>
            <a:r>
              <a:rPr lang="en-US" sz="2100">
                <a:solidFill>
                  <a:srgbClr val="6154A4"/>
                </a:solidFill>
                <a:latin typeface="Droid Serif"/>
                <a:ea typeface="Droid Serif"/>
                <a:cs typeface="Droid Serif"/>
                <a:sym typeface="Droid Serif"/>
              </a:rPr>
              <a:t>Lorem ipsum dolor sit amet, consectetur adipiscing elit. Suspendisse sit amet elit ac ex varius dignissim. Cras in euismod dui. Mauris malesuada non tortor molestie cursus. Aenean auctor</a:t>
            </a:r>
          </a:p>
        </p:txBody>
      </p:sp>
      <p:sp>
        <p:nvSpPr>
          <p:cNvPr name="Freeform 16" id="16"/>
          <p:cNvSpPr/>
          <p:nvPr/>
        </p:nvSpPr>
        <p:spPr>
          <a:xfrm flipH="false" flipV="false" rot="0">
            <a:off x="9617395" y="4021527"/>
            <a:ext cx="974307" cy="945964"/>
          </a:xfrm>
          <a:custGeom>
            <a:avLst/>
            <a:gdLst/>
            <a:ahLst/>
            <a:cxnLst/>
            <a:rect r="r" b="b" t="t" l="l"/>
            <a:pathLst>
              <a:path h="945964" w="974307">
                <a:moveTo>
                  <a:pt x="0" y="0"/>
                </a:moveTo>
                <a:lnTo>
                  <a:pt x="974307" y="0"/>
                </a:lnTo>
                <a:lnTo>
                  <a:pt x="974307" y="945964"/>
                </a:lnTo>
                <a:lnTo>
                  <a:pt x="0" y="9459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DF3"/>
        </a:solidFill>
      </p:bgPr>
    </p:bg>
    <p:spTree>
      <p:nvGrpSpPr>
        <p:cNvPr id="1" name=""/>
        <p:cNvGrpSpPr/>
        <p:nvPr/>
      </p:nvGrpSpPr>
      <p:grpSpPr>
        <a:xfrm>
          <a:off x="0" y="0"/>
          <a:ext cx="0" cy="0"/>
          <a:chOff x="0" y="0"/>
          <a:chExt cx="0" cy="0"/>
        </a:xfrm>
      </p:grpSpPr>
      <p:sp>
        <p:nvSpPr>
          <p:cNvPr name="Freeform 2" id="2"/>
          <p:cNvSpPr/>
          <p:nvPr/>
        </p:nvSpPr>
        <p:spPr>
          <a:xfrm flipH="false" flipV="false" rot="0">
            <a:off x="13761153" y="-4775721"/>
            <a:ext cx="9340051" cy="9340051"/>
          </a:xfrm>
          <a:custGeom>
            <a:avLst/>
            <a:gdLst/>
            <a:ahLst/>
            <a:cxnLst/>
            <a:rect r="r" b="b" t="t" l="l"/>
            <a:pathLst>
              <a:path h="9340051" w="9340051">
                <a:moveTo>
                  <a:pt x="0" y="0"/>
                </a:moveTo>
                <a:lnTo>
                  <a:pt x="9340051" y="0"/>
                </a:lnTo>
                <a:lnTo>
                  <a:pt x="9340051" y="9340050"/>
                </a:lnTo>
                <a:lnTo>
                  <a:pt x="0" y="9340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88266" y="6842892"/>
            <a:ext cx="9340051" cy="9340051"/>
          </a:xfrm>
          <a:custGeom>
            <a:avLst/>
            <a:gdLst/>
            <a:ahLst/>
            <a:cxnLst/>
            <a:rect r="r" b="b" t="t" l="l"/>
            <a:pathLst>
              <a:path h="9340051" w="9340051">
                <a:moveTo>
                  <a:pt x="0" y="0"/>
                </a:moveTo>
                <a:lnTo>
                  <a:pt x="9340051" y="0"/>
                </a:lnTo>
                <a:lnTo>
                  <a:pt x="9340051" y="9340051"/>
                </a:lnTo>
                <a:lnTo>
                  <a:pt x="0" y="9340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72258" y="8420105"/>
            <a:ext cx="1477007" cy="1477007"/>
          </a:xfrm>
          <a:custGeom>
            <a:avLst/>
            <a:gdLst/>
            <a:ahLst/>
            <a:cxnLst/>
            <a:rect r="r" b="b" t="t" l="l"/>
            <a:pathLst>
              <a:path h="1477007" w="1477007">
                <a:moveTo>
                  <a:pt x="0" y="0"/>
                </a:moveTo>
                <a:lnTo>
                  <a:pt x="1477007" y="0"/>
                </a:lnTo>
                <a:lnTo>
                  <a:pt x="1477007" y="1477007"/>
                </a:lnTo>
                <a:lnTo>
                  <a:pt x="0" y="14770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922284" y="1737160"/>
            <a:ext cx="1739508" cy="1739508"/>
          </a:xfrm>
          <a:custGeom>
            <a:avLst/>
            <a:gdLst/>
            <a:ahLst/>
            <a:cxnLst/>
            <a:rect r="r" b="b" t="t" l="l"/>
            <a:pathLst>
              <a:path h="1739508" w="1739508">
                <a:moveTo>
                  <a:pt x="0" y="0"/>
                </a:moveTo>
                <a:lnTo>
                  <a:pt x="1739508" y="0"/>
                </a:lnTo>
                <a:lnTo>
                  <a:pt x="1739508" y="1739508"/>
                </a:lnTo>
                <a:lnTo>
                  <a:pt x="0" y="17395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786170" y="-1965086"/>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7839712"/>
            <a:ext cx="5629701" cy="4114800"/>
          </a:xfrm>
          <a:custGeom>
            <a:avLst/>
            <a:gdLst/>
            <a:ahLst/>
            <a:cxnLst/>
            <a:rect r="r" b="b" t="t" l="l"/>
            <a:pathLst>
              <a:path h="4114800" w="5629701">
                <a:moveTo>
                  <a:pt x="0" y="0"/>
                </a:moveTo>
                <a:lnTo>
                  <a:pt x="5629701" y="0"/>
                </a:lnTo>
                <a:lnTo>
                  <a:pt x="56297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378069" y="2606914"/>
            <a:ext cx="6332692" cy="6033329"/>
          </a:xfrm>
          <a:custGeom>
            <a:avLst/>
            <a:gdLst/>
            <a:ahLst/>
            <a:cxnLst/>
            <a:rect r="r" b="b" t="t" l="l"/>
            <a:pathLst>
              <a:path h="6033329" w="6332692">
                <a:moveTo>
                  <a:pt x="0" y="0"/>
                </a:moveTo>
                <a:lnTo>
                  <a:pt x="6332693" y="0"/>
                </a:lnTo>
                <a:lnTo>
                  <a:pt x="6332693" y="6033329"/>
                </a:lnTo>
                <a:lnTo>
                  <a:pt x="0" y="60333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19112" y="641316"/>
            <a:ext cx="559216" cy="387384"/>
          </a:xfrm>
          <a:custGeom>
            <a:avLst/>
            <a:gdLst/>
            <a:ahLst/>
            <a:cxnLst/>
            <a:rect r="r" b="b" t="t" l="l"/>
            <a:pathLst>
              <a:path h="387384" w="559216">
                <a:moveTo>
                  <a:pt x="0" y="0"/>
                </a:moveTo>
                <a:lnTo>
                  <a:pt x="559216" y="0"/>
                </a:lnTo>
                <a:lnTo>
                  <a:pt x="559216" y="387384"/>
                </a:lnTo>
                <a:lnTo>
                  <a:pt x="0" y="3873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891130" y="1028700"/>
            <a:ext cx="1782260" cy="1782260"/>
          </a:xfrm>
          <a:custGeom>
            <a:avLst/>
            <a:gdLst/>
            <a:ahLst/>
            <a:cxnLst/>
            <a:rect r="r" b="b" t="t" l="l"/>
            <a:pathLst>
              <a:path h="1782260" w="1782260">
                <a:moveTo>
                  <a:pt x="0" y="0"/>
                </a:moveTo>
                <a:lnTo>
                  <a:pt x="1782260" y="0"/>
                </a:lnTo>
                <a:lnTo>
                  <a:pt x="1782260" y="1782260"/>
                </a:lnTo>
                <a:lnTo>
                  <a:pt x="0" y="178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3228676"/>
            <a:ext cx="8209243" cy="3252309"/>
          </a:xfrm>
          <a:prstGeom prst="rect">
            <a:avLst/>
          </a:prstGeom>
        </p:spPr>
        <p:txBody>
          <a:bodyPr anchor="t" rtlCol="false" tIns="0" lIns="0" bIns="0" rIns="0">
            <a:spAutoFit/>
          </a:bodyPr>
          <a:lstStyle/>
          <a:p>
            <a:pPr algn="l">
              <a:lnSpc>
                <a:spcPts val="12383"/>
              </a:lnSpc>
            </a:pPr>
            <a:r>
              <a:rPr lang="en-US" sz="13034">
                <a:solidFill>
                  <a:srgbClr val="6154A4"/>
                </a:solidFill>
                <a:latin typeface="Higuen Elegant Serif"/>
                <a:ea typeface="Higuen Elegant Serif"/>
                <a:cs typeface="Higuen Elegant Serif"/>
                <a:sym typeface="Higuen Elegant Serif"/>
              </a:rPr>
              <a:t>THANK YOU</a:t>
            </a:r>
          </a:p>
        </p:txBody>
      </p:sp>
      <p:sp>
        <p:nvSpPr>
          <p:cNvPr name="TextBox 12" id="12"/>
          <p:cNvSpPr txBox="true"/>
          <p:nvPr/>
        </p:nvSpPr>
        <p:spPr>
          <a:xfrm rot="0">
            <a:off x="1028700" y="6328541"/>
            <a:ext cx="8209243" cy="514350"/>
          </a:xfrm>
          <a:prstGeom prst="rect">
            <a:avLst/>
          </a:prstGeom>
        </p:spPr>
        <p:txBody>
          <a:bodyPr anchor="t" rtlCol="false" tIns="0" lIns="0" bIns="0" rIns="0">
            <a:spAutoFit/>
          </a:bodyPr>
          <a:lstStyle/>
          <a:p>
            <a:pPr algn="l">
              <a:lnSpc>
                <a:spcPts val="3705"/>
              </a:lnSpc>
            </a:pPr>
            <a:r>
              <a:rPr lang="en-US" sz="3900">
                <a:solidFill>
                  <a:srgbClr val="6154A4"/>
                </a:solidFill>
                <a:latin typeface="Higuen Elegant Serif"/>
                <a:ea typeface="Higuen Elegant Serif"/>
                <a:cs typeface="Higuen Elegant Serif"/>
                <a:sym typeface="Higuen Elegant Serif"/>
              </a:rPr>
              <a:t>Presentation by Olivia Wilson</a:t>
            </a:r>
          </a:p>
        </p:txBody>
      </p:sp>
      <p:sp>
        <p:nvSpPr>
          <p:cNvPr name="TextBox 13" id="13"/>
          <p:cNvSpPr txBox="true"/>
          <p:nvPr/>
        </p:nvSpPr>
        <p:spPr>
          <a:xfrm rot="0">
            <a:off x="1502095" y="749298"/>
            <a:ext cx="3089366" cy="279402"/>
          </a:xfrm>
          <a:prstGeom prst="rect">
            <a:avLst/>
          </a:prstGeom>
        </p:spPr>
        <p:txBody>
          <a:bodyPr anchor="t" rtlCol="false" tIns="0" lIns="0" bIns="0" rIns="0">
            <a:spAutoFit/>
          </a:bodyPr>
          <a:lstStyle/>
          <a:p>
            <a:pPr algn="l">
              <a:lnSpc>
                <a:spcPts val="2090"/>
              </a:lnSpc>
            </a:pPr>
            <a:r>
              <a:rPr lang="en-US" sz="2200">
                <a:solidFill>
                  <a:srgbClr val="6154A4"/>
                </a:solidFill>
                <a:latin typeface="Higuen Elegant Serif"/>
                <a:ea typeface="Higuen Elegant Serif"/>
                <a:cs typeface="Higuen Elegant Serif"/>
                <a:sym typeface="Higuen Elegant Serif"/>
              </a:rPr>
              <a:t>Larana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DAHJ2cf0KM0</dc:identifier>
  <dcterms:modified xsi:type="dcterms:W3CDTF">2011-08-01T06:04:30Z</dcterms:modified>
  <cp:revision>1</cp:revision>
  <dc:title>Purple and Beige Minimalist Thesis Defense Presentation</dc:title>
</cp:coreProperties>
</file>