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Press Start 2P" charset="1" panose="00000500000000000000"/>
      <p:regular r:id="rId26"/>
    </p:embeddedFont>
    <p:embeddedFont>
      <p:font typeface="Pixelated" charset="1" panose="000005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jpe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22.png" Type="http://schemas.openxmlformats.org/officeDocument/2006/relationships/image"/><Relationship Id="rId18" Target="../media/image23.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24.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25.png" Type="http://schemas.openxmlformats.org/officeDocument/2006/relationships/image"/><Relationship Id="rId18" Target="../media/image26.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27.jpe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22.png" Type="http://schemas.openxmlformats.org/officeDocument/2006/relationships/image"/><Relationship Id="rId18" Target="../media/image23.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28.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25.png" Type="http://schemas.openxmlformats.org/officeDocument/2006/relationships/image"/><Relationship Id="rId18" Target="../media/image26.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27.jpe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0104321" y="254070"/>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4557532" y="-219075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0" y="-1385692"/>
            <a:ext cx="6121531" cy="2771384"/>
          </a:xfrm>
          <a:custGeom>
            <a:avLst/>
            <a:gdLst/>
            <a:ahLst/>
            <a:cxnLst/>
            <a:rect r="r" b="b" t="t" l="l"/>
            <a:pathLst>
              <a:path h="2771384" w="6121531">
                <a:moveTo>
                  <a:pt x="0" y="0"/>
                </a:moveTo>
                <a:lnTo>
                  <a:pt x="6121531" y="0"/>
                </a:lnTo>
                <a:lnTo>
                  <a:pt x="6121531"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0">
            <a:off x="4202136" y="1895981"/>
            <a:ext cx="9883727" cy="4582455"/>
          </a:xfrm>
          <a:custGeom>
            <a:avLst/>
            <a:gdLst/>
            <a:ahLst/>
            <a:cxnLst/>
            <a:rect r="r" b="b" t="t" l="l"/>
            <a:pathLst>
              <a:path h="4582455" w="9883727">
                <a:moveTo>
                  <a:pt x="0" y="0"/>
                </a:moveTo>
                <a:lnTo>
                  <a:pt x="9883728" y="0"/>
                </a:lnTo>
                <a:lnTo>
                  <a:pt x="9883728" y="4582455"/>
                </a:lnTo>
                <a:lnTo>
                  <a:pt x="0" y="458245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3" id="13"/>
          <p:cNvSpPr/>
          <p:nvPr/>
        </p:nvSpPr>
        <p:spPr>
          <a:xfrm flipH="false" flipV="false" rot="0">
            <a:off x="6614932" y="6988725"/>
            <a:ext cx="5058135" cy="1397885"/>
          </a:xfrm>
          <a:custGeom>
            <a:avLst/>
            <a:gdLst/>
            <a:ahLst/>
            <a:cxnLst/>
            <a:rect r="r" b="b" t="t" l="l"/>
            <a:pathLst>
              <a:path h="1397885" w="5058135">
                <a:moveTo>
                  <a:pt x="0" y="0"/>
                </a:moveTo>
                <a:lnTo>
                  <a:pt x="5058136" y="0"/>
                </a:lnTo>
                <a:lnTo>
                  <a:pt x="5058136" y="1397885"/>
                </a:lnTo>
                <a:lnTo>
                  <a:pt x="0" y="139788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4" id="14"/>
          <p:cNvSpPr/>
          <p:nvPr/>
        </p:nvSpPr>
        <p:spPr>
          <a:xfrm flipH="false" flipV="false" rot="0">
            <a:off x="10353409" y="7764659"/>
            <a:ext cx="592100" cy="957657"/>
          </a:xfrm>
          <a:custGeom>
            <a:avLst/>
            <a:gdLst/>
            <a:ahLst/>
            <a:cxnLst/>
            <a:rect r="r" b="b" t="t" l="l"/>
            <a:pathLst>
              <a:path h="957657" w="592100">
                <a:moveTo>
                  <a:pt x="0" y="0"/>
                </a:moveTo>
                <a:lnTo>
                  <a:pt x="592100" y="0"/>
                </a:lnTo>
                <a:lnTo>
                  <a:pt x="592100" y="957657"/>
                </a:lnTo>
                <a:lnTo>
                  <a:pt x="0" y="957657"/>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TextBox 15" id="15"/>
          <p:cNvSpPr txBox="true"/>
          <p:nvPr/>
        </p:nvSpPr>
        <p:spPr>
          <a:xfrm rot="0">
            <a:off x="4333974" y="2288714"/>
            <a:ext cx="9620052" cy="2756892"/>
          </a:xfrm>
          <a:prstGeom prst="rect">
            <a:avLst/>
          </a:prstGeom>
        </p:spPr>
        <p:txBody>
          <a:bodyPr anchor="t" rtlCol="false" tIns="0" lIns="0" bIns="0" rIns="0">
            <a:spAutoFit/>
          </a:bodyPr>
          <a:lstStyle/>
          <a:p>
            <a:pPr algn="ctr">
              <a:lnSpc>
                <a:spcPts val="11053"/>
              </a:lnSpc>
            </a:pPr>
            <a:r>
              <a:rPr lang="en-US" sz="7895">
                <a:solidFill>
                  <a:srgbClr val="000000"/>
                </a:solidFill>
                <a:latin typeface="Press Start 2P"/>
                <a:ea typeface="Press Start 2P"/>
                <a:cs typeface="Press Start 2P"/>
                <a:sym typeface="Press Start 2P"/>
              </a:rPr>
              <a:t>Group Project</a:t>
            </a:r>
          </a:p>
        </p:txBody>
      </p:sp>
      <p:sp>
        <p:nvSpPr>
          <p:cNvPr name="TextBox 16" id="16"/>
          <p:cNvSpPr txBox="true"/>
          <p:nvPr/>
        </p:nvSpPr>
        <p:spPr>
          <a:xfrm rot="0">
            <a:off x="4420793" y="5137376"/>
            <a:ext cx="9446414" cy="869628"/>
          </a:xfrm>
          <a:prstGeom prst="rect">
            <a:avLst/>
          </a:prstGeom>
        </p:spPr>
        <p:txBody>
          <a:bodyPr anchor="t" rtlCol="false" tIns="0" lIns="0" bIns="0" rIns="0">
            <a:spAutoFit/>
          </a:bodyPr>
          <a:lstStyle/>
          <a:p>
            <a:pPr algn="ctr">
              <a:lnSpc>
                <a:spcPts val="7192"/>
              </a:lnSpc>
            </a:pPr>
            <a:r>
              <a:rPr lang="en-US" sz="5137">
                <a:solidFill>
                  <a:srgbClr val="000000"/>
                </a:solidFill>
                <a:latin typeface="Pixelated"/>
                <a:ea typeface="Pixelated"/>
                <a:cs typeface="Pixelated"/>
                <a:sym typeface="Pixelated"/>
              </a:rPr>
              <a:t>By : Borcelle Group</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0">
            <a:off x="4089465" y="2941318"/>
            <a:ext cx="10221537" cy="5445292"/>
          </a:xfrm>
          <a:custGeom>
            <a:avLst/>
            <a:gdLst/>
            <a:ahLst/>
            <a:cxnLst/>
            <a:rect r="r" b="b" t="t" l="l"/>
            <a:pathLst>
              <a:path h="5445292" w="10221537">
                <a:moveTo>
                  <a:pt x="0" y="0"/>
                </a:moveTo>
                <a:lnTo>
                  <a:pt x="10221538" y="0"/>
                </a:lnTo>
                <a:lnTo>
                  <a:pt x="10221538" y="5445292"/>
                </a:lnTo>
                <a:lnTo>
                  <a:pt x="0" y="544529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3" id="13"/>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Meet The Team</a:t>
            </a:r>
          </a:p>
        </p:txBody>
      </p:sp>
      <p:sp>
        <p:nvSpPr>
          <p:cNvPr name="TextBox 14" id="14"/>
          <p:cNvSpPr txBox="true"/>
          <p:nvPr/>
        </p:nvSpPr>
        <p:spPr>
          <a:xfrm rot="0">
            <a:off x="4470743" y="3333936"/>
            <a:ext cx="9517307" cy="4757399"/>
          </a:xfrm>
          <a:prstGeom prst="rect">
            <a:avLst/>
          </a:prstGeom>
        </p:spPr>
        <p:txBody>
          <a:bodyPr anchor="t" rtlCol="false" tIns="0" lIns="0" bIns="0" rIns="0">
            <a:spAutoFit/>
          </a:bodyPr>
          <a:lstStyle/>
          <a:p>
            <a:pPr algn="ctr">
              <a:lnSpc>
                <a:spcPts val="9532"/>
              </a:lnSpc>
            </a:pPr>
            <a:r>
              <a:rPr lang="en-US" sz="6809">
                <a:solidFill>
                  <a:srgbClr val="000000"/>
                </a:solidFill>
                <a:latin typeface="Pixelated"/>
                <a:ea typeface="Pixelated"/>
                <a:cs typeface="Pixelated"/>
                <a:sym typeface="Pixelated"/>
              </a:rPr>
              <a:t>Chiaki Sato</a:t>
            </a:r>
          </a:p>
          <a:p>
            <a:pPr algn="ctr">
              <a:lnSpc>
                <a:spcPts val="9532"/>
              </a:lnSpc>
            </a:pPr>
            <a:r>
              <a:rPr lang="en-US" sz="6809">
                <a:solidFill>
                  <a:srgbClr val="000000"/>
                </a:solidFill>
                <a:latin typeface="Pixelated"/>
                <a:ea typeface="Pixelated"/>
                <a:cs typeface="Pixelated"/>
                <a:sym typeface="Pixelated"/>
              </a:rPr>
              <a:t>Daniel Gallego</a:t>
            </a:r>
          </a:p>
          <a:p>
            <a:pPr algn="ctr">
              <a:lnSpc>
                <a:spcPts val="9532"/>
              </a:lnSpc>
            </a:pPr>
            <a:r>
              <a:rPr lang="en-US" sz="6809">
                <a:solidFill>
                  <a:srgbClr val="000000"/>
                </a:solidFill>
                <a:latin typeface="Pixelated"/>
                <a:ea typeface="Pixelated"/>
                <a:cs typeface="Pixelated"/>
                <a:sym typeface="Pixelated"/>
              </a:rPr>
              <a:t>Estelle Darcy</a:t>
            </a:r>
          </a:p>
          <a:p>
            <a:pPr algn="ctr">
              <a:lnSpc>
                <a:spcPts val="9532"/>
              </a:lnSpc>
            </a:pPr>
            <a:r>
              <a:rPr lang="en-US" sz="6809">
                <a:solidFill>
                  <a:srgbClr val="000000"/>
                </a:solidFill>
                <a:latin typeface="Pixelated"/>
                <a:ea typeface="Pixelated"/>
                <a:cs typeface="Pixelated"/>
                <a:sym typeface="Pixelated"/>
              </a:rPr>
              <a:t>Greta Mae Evans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Introduction</a:t>
            </a:r>
          </a:p>
        </p:txBody>
      </p:sp>
      <p:grpSp>
        <p:nvGrpSpPr>
          <p:cNvPr name="Group 13" id="13"/>
          <p:cNvGrpSpPr/>
          <p:nvPr/>
        </p:nvGrpSpPr>
        <p:grpSpPr>
          <a:xfrm rot="0">
            <a:off x="1028700" y="2676287"/>
            <a:ext cx="16230600" cy="6655369"/>
            <a:chOff x="0" y="0"/>
            <a:chExt cx="4274726" cy="1752855"/>
          </a:xfrm>
        </p:grpSpPr>
        <p:sp>
          <p:nvSpPr>
            <p:cNvPr name="Freeform 14" id="14"/>
            <p:cNvSpPr/>
            <p:nvPr/>
          </p:nvSpPr>
          <p:spPr>
            <a:xfrm flipH="false" flipV="false" rot="0">
              <a:off x="0" y="0"/>
              <a:ext cx="4274726" cy="1752854"/>
            </a:xfrm>
            <a:custGeom>
              <a:avLst/>
              <a:gdLst/>
              <a:ahLst/>
              <a:cxnLst/>
              <a:rect r="r" b="b" t="t" l="l"/>
              <a:pathLst>
                <a:path h="1752854" w="4274726">
                  <a:moveTo>
                    <a:pt x="24327" y="0"/>
                  </a:moveTo>
                  <a:lnTo>
                    <a:pt x="4250399" y="0"/>
                  </a:lnTo>
                  <a:cubicBezTo>
                    <a:pt x="4263834" y="0"/>
                    <a:pt x="4274726" y="10891"/>
                    <a:pt x="4274726" y="24327"/>
                  </a:cubicBezTo>
                  <a:lnTo>
                    <a:pt x="4274726" y="1728528"/>
                  </a:lnTo>
                  <a:cubicBezTo>
                    <a:pt x="4274726" y="1741963"/>
                    <a:pt x="4263834" y="1752854"/>
                    <a:pt x="4250399" y="1752854"/>
                  </a:cubicBezTo>
                  <a:lnTo>
                    <a:pt x="24327" y="1752854"/>
                  </a:lnTo>
                  <a:cubicBezTo>
                    <a:pt x="10891" y="1752854"/>
                    <a:pt x="0" y="1741963"/>
                    <a:pt x="0" y="1728528"/>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4274726" cy="1790955"/>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2032065" y="3128076"/>
            <a:ext cx="14226178" cy="5675591"/>
          </a:xfrm>
          <a:prstGeom prst="rect">
            <a:avLst/>
          </a:prstGeom>
        </p:spPr>
        <p:txBody>
          <a:bodyPr anchor="t" rtlCol="false" tIns="0" lIns="0" bIns="0" rIns="0">
            <a:spAutoFit/>
          </a:bodyPr>
          <a:lstStyle/>
          <a:p>
            <a:pPr algn="ctr">
              <a:lnSpc>
                <a:spcPts val="4516"/>
              </a:lnSpc>
            </a:pPr>
            <a:r>
              <a:rPr lang="en-US" sz="3225">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a:p>
            <a:pPr algn="ctr">
              <a:lnSpc>
                <a:spcPts val="4516"/>
              </a:lnSpc>
            </a:pPr>
          </a:p>
          <a:p>
            <a:pPr algn="ctr">
              <a:lnSpc>
                <a:spcPts val="4516"/>
              </a:lnSpc>
            </a:pPr>
            <a:r>
              <a:rPr lang="en-US" sz="3225">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Background</a:t>
            </a:r>
          </a:p>
        </p:txBody>
      </p:sp>
      <p:grpSp>
        <p:nvGrpSpPr>
          <p:cNvPr name="Group 13" id="13"/>
          <p:cNvGrpSpPr/>
          <p:nvPr/>
        </p:nvGrpSpPr>
        <p:grpSpPr>
          <a:xfrm rot="0">
            <a:off x="1028700" y="2676287"/>
            <a:ext cx="16230600" cy="6046028"/>
            <a:chOff x="0" y="0"/>
            <a:chExt cx="4274726" cy="1592370"/>
          </a:xfrm>
        </p:grpSpPr>
        <p:sp>
          <p:nvSpPr>
            <p:cNvPr name="Freeform 14" id="14"/>
            <p:cNvSpPr/>
            <p:nvPr/>
          </p:nvSpPr>
          <p:spPr>
            <a:xfrm flipH="false" flipV="false" rot="0">
              <a:off x="0" y="0"/>
              <a:ext cx="4274726" cy="1592370"/>
            </a:xfrm>
            <a:custGeom>
              <a:avLst/>
              <a:gdLst/>
              <a:ahLst/>
              <a:cxnLst/>
              <a:rect r="r" b="b" t="t" l="l"/>
              <a:pathLst>
                <a:path h="1592370" w="4274726">
                  <a:moveTo>
                    <a:pt x="24327" y="0"/>
                  </a:moveTo>
                  <a:lnTo>
                    <a:pt x="4250399" y="0"/>
                  </a:lnTo>
                  <a:cubicBezTo>
                    <a:pt x="4263834" y="0"/>
                    <a:pt x="4274726" y="10891"/>
                    <a:pt x="4274726" y="24327"/>
                  </a:cubicBezTo>
                  <a:lnTo>
                    <a:pt x="4274726" y="1568043"/>
                  </a:lnTo>
                  <a:cubicBezTo>
                    <a:pt x="4274726" y="1581478"/>
                    <a:pt x="4263834" y="1592370"/>
                    <a:pt x="4250399" y="1592370"/>
                  </a:cubicBezTo>
                  <a:lnTo>
                    <a:pt x="24327" y="1592370"/>
                  </a:lnTo>
                  <a:cubicBezTo>
                    <a:pt x="10891" y="1592370"/>
                    <a:pt x="0" y="1581478"/>
                    <a:pt x="0" y="1568043"/>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4274726" cy="163047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646761" y="3158864"/>
            <a:ext cx="14994478" cy="5137766"/>
          </a:xfrm>
          <a:prstGeom prst="rect">
            <a:avLst/>
          </a:prstGeom>
        </p:spPr>
        <p:txBody>
          <a:bodyPr anchor="t" rtlCol="false" tIns="0" lIns="0" bIns="0" rIns="0">
            <a:spAutoFit/>
          </a:bodyPr>
          <a:lstStyle/>
          <a:p>
            <a:pPr algn="l">
              <a:lnSpc>
                <a:spcPts val="4516"/>
              </a:lnSpc>
            </a:pPr>
            <a:r>
              <a:rPr lang="en-US" sz="3225">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a:p>
            <a:pPr algn="l">
              <a:lnSpc>
                <a:spcPts val="4516"/>
              </a:lnSpc>
            </a:pPr>
          </a:p>
          <a:p>
            <a:pPr algn="l">
              <a:lnSpc>
                <a:spcPts val="4516"/>
              </a:lnSpc>
            </a:pPr>
            <a:r>
              <a:rPr lang="en-US" sz="3225">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Project Goals</a:t>
            </a:r>
          </a:p>
        </p:txBody>
      </p:sp>
      <p:grpSp>
        <p:nvGrpSpPr>
          <p:cNvPr name="Group 13" id="13"/>
          <p:cNvGrpSpPr/>
          <p:nvPr/>
        </p:nvGrpSpPr>
        <p:grpSpPr>
          <a:xfrm rot="0">
            <a:off x="1028700" y="2834695"/>
            <a:ext cx="16230600" cy="2467213"/>
            <a:chOff x="0" y="0"/>
            <a:chExt cx="4274726" cy="649801"/>
          </a:xfrm>
        </p:grpSpPr>
        <p:sp>
          <p:nvSpPr>
            <p:cNvPr name="Freeform 14" id="14"/>
            <p:cNvSpPr/>
            <p:nvPr/>
          </p:nvSpPr>
          <p:spPr>
            <a:xfrm flipH="false" flipV="false" rot="0">
              <a:off x="0" y="0"/>
              <a:ext cx="4274726" cy="649801"/>
            </a:xfrm>
            <a:custGeom>
              <a:avLst/>
              <a:gdLst/>
              <a:ahLst/>
              <a:cxnLst/>
              <a:rect r="r" b="b" t="t" l="l"/>
              <a:pathLst>
                <a:path h="649801" w="4274726">
                  <a:moveTo>
                    <a:pt x="24327" y="0"/>
                  </a:moveTo>
                  <a:lnTo>
                    <a:pt x="4250399" y="0"/>
                  </a:lnTo>
                  <a:cubicBezTo>
                    <a:pt x="4263834" y="0"/>
                    <a:pt x="4274726" y="10891"/>
                    <a:pt x="4274726" y="24327"/>
                  </a:cubicBezTo>
                  <a:lnTo>
                    <a:pt x="4274726" y="625474"/>
                  </a:lnTo>
                  <a:cubicBezTo>
                    <a:pt x="4274726" y="638909"/>
                    <a:pt x="4263834" y="649801"/>
                    <a:pt x="4250399" y="649801"/>
                  </a:cubicBezTo>
                  <a:lnTo>
                    <a:pt x="24327" y="649801"/>
                  </a:lnTo>
                  <a:cubicBezTo>
                    <a:pt x="10891" y="649801"/>
                    <a:pt x="0" y="638909"/>
                    <a:pt x="0" y="625474"/>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4274726" cy="687901"/>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878644" y="3147509"/>
            <a:ext cx="15147900" cy="1784434"/>
          </a:xfrm>
          <a:prstGeom prst="rect">
            <a:avLst/>
          </a:prstGeom>
        </p:spPr>
        <p:txBody>
          <a:bodyPr anchor="t" rtlCol="false" tIns="0" lIns="0" bIns="0" rIns="0">
            <a:spAutoFit/>
          </a:bodyPr>
          <a:lstStyle/>
          <a:p>
            <a:pPr algn="l">
              <a:lnSpc>
                <a:spcPts val="3539"/>
              </a:lnSpc>
            </a:pPr>
            <a:r>
              <a:rPr lang="en-US" sz="2527">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17" id="17"/>
          <p:cNvSpPr txBox="true"/>
          <p:nvPr/>
        </p:nvSpPr>
        <p:spPr>
          <a:xfrm rot="0">
            <a:off x="739935" y="2538160"/>
            <a:ext cx="1642742" cy="1530141"/>
          </a:xfrm>
          <a:prstGeom prst="rect">
            <a:avLst/>
          </a:prstGeom>
        </p:spPr>
        <p:txBody>
          <a:bodyPr anchor="t" rtlCol="false" tIns="0" lIns="0" bIns="0" rIns="0">
            <a:spAutoFit/>
          </a:bodyPr>
          <a:lstStyle/>
          <a:p>
            <a:pPr algn="ctr">
              <a:lnSpc>
                <a:spcPts val="12481"/>
              </a:lnSpc>
            </a:pPr>
            <a:r>
              <a:rPr lang="en-US" sz="8915">
                <a:solidFill>
                  <a:srgbClr val="000000"/>
                </a:solidFill>
                <a:latin typeface="Pixelated"/>
                <a:ea typeface="Pixelated"/>
                <a:cs typeface="Pixelated"/>
                <a:sym typeface="Pixelated"/>
              </a:rPr>
              <a:t>1</a:t>
            </a:r>
          </a:p>
        </p:txBody>
      </p:sp>
      <p:grpSp>
        <p:nvGrpSpPr>
          <p:cNvPr name="Group 18" id="18"/>
          <p:cNvGrpSpPr/>
          <p:nvPr/>
        </p:nvGrpSpPr>
        <p:grpSpPr>
          <a:xfrm rot="0">
            <a:off x="1028700" y="5657975"/>
            <a:ext cx="16230600" cy="2467213"/>
            <a:chOff x="0" y="0"/>
            <a:chExt cx="4274726" cy="649801"/>
          </a:xfrm>
        </p:grpSpPr>
        <p:sp>
          <p:nvSpPr>
            <p:cNvPr name="Freeform 19" id="19"/>
            <p:cNvSpPr/>
            <p:nvPr/>
          </p:nvSpPr>
          <p:spPr>
            <a:xfrm flipH="false" flipV="false" rot="0">
              <a:off x="0" y="0"/>
              <a:ext cx="4274726" cy="649801"/>
            </a:xfrm>
            <a:custGeom>
              <a:avLst/>
              <a:gdLst/>
              <a:ahLst/>
              <a:cxnLst/>
              <a:rect r="r" b="b" t="t" l="l"/>
              <a:pathLst>
                <a:path h="649801" w="4274726">
                  <a:moveTo>
                    <a:pt x="24327" y="0"/>
                  </a:moveTo>
                  <a:lnTo>
                    <a:pt x="4250399" y="0"/>
                  </a:lnTo>
                  <a:cubicBezTo>
                    <a:pt x="4263834" y="0"/>
                    <a:pt x="4274726" y="10891"/>
                    <a:pt x="4274726" y="24327"/>
                  </a:cubicBezTo>
                  <a:lnTo>
                    <a:pt x="4274726" y="625474"/>
                  </a:lnTo>
                  <a:cubicBezTo>
                    <a:pt x="4274726" y="638909"/>
                    <a:pt x="4263834" y="649801"/>
                    <a:pt x="4250399" y="649801"/>
                  </a:cubicBezTo>
                  <a:lnTo>
                    <a:pt x="24327" y="649801"/>
                  </a:lnTo>
                  <a:cubicBezTo>
                    <a:pt x="10891" y="649801"/>
                    <a:pt x="0" y="638909"/>
                    <a:pt x="0" y="625474"/>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20" id="20"/>
            <p:cNvSpPr txBox="true"/>
            <p:nvPr/>
          </p:nvSpPr>
          <p:spPr>
            <a:xfrm>
              <a:off x="0" y="-38100"/>
              <a:ext cx="4274726" cy="687901"/>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1878644" y="5970789"/>
            <a:ext cx="15147900" cy="1784434"/>
          </a:xfrm>
          <a:prstGeom prst="rect">
            <a:avLst/>
          </a:prstGeom>
        </p:spPr>
        <p:txBody>
          <a:bodyPr anchor="t" rtlCol="false" tIns="0" lIns="0" bIns="0" rIns="0">
            <a:spAutoFit/>
          </a:bodyPr>
          <a:lstStyle/>
          <a:p>
            <a:pPr algn="l">
              <a:lnSpc>
                <a:spcPts val="3539"/>
              </a:lnSpc>
            </a:pPr>
            <a:r>
              <a:rPr lang="en-US" sz="2527">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22" id="22"/>
          <p:cNvSpPr txBox="true"/>
          <p:nvPr/>
        </p:nvSpPr>
        <p:spPr>
          <a:xfrm rot="0">
            <a:off x="739935" y="5361440"/>
            <a:ext cx="1642742" cy="1530141"/>
          </a:xfrm>
          <a:prstGeom prst="rect">
            <a:avLst/>
          </a:prstGeom>
        </p:spPr>
        <p:txBody>
          <a:bodyPr anchor="t" rtlCol="false" tIns="0" lIns="0" bIns="0" rIns="0">
            <a:spAutoFit/>
          </a:bodyPr>
          <a:lstStyle/>
          <a:p>
            <a:pPr algn="ctr">
              <a:lnSpc>
                <a:spcPts val="12481"/>
              </a:lnSpc>
            </a:pPr>
            <a:r>
              <a:rPr lang="en-US" sz="8915">
                <a:solidFill>
                  <a:srgbClr val="000000"/>
                </a:solidFill>
                <a:latin typeface="Pixelated"/>
                <a:ea typeface="Pixelated"/>
                <a:cs typeface="Pixelated"/>
                <a:sym typeface="Pixelated"/>
              </a:rPr>
              <a:t>2</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Process</a:t>
            </a:r>
          </a:p>
        </p:txBody>
      </p:sp>
      <p:grpSp>
        <p:nvGrpSpPr>
          <p:cNvPr name="Group 13" id="13"/>
          <p:cNvGrpSpPr/>
          <p:nvPr/>
        </p:nvGrpSpPr>
        <p:grpSpPr>
          <a:xfrm rot="0">
            <a:off x="1028700" y="2676287"/>
            <a:ext cx="5118165" cy="6582013"/>
            <a:chOff x="0" y="0"/>
            <a:chExt cx="1347994" cy="1733534"/>
          </a:xfrm>
        </p:grpSpPr>
        <p:sp>
          <p:nvSpPr>
            <p:cNvPr name="Freeform 14" id="14"/>
            <p:cNvSpPr/>
            <p:nvPr/>
          </p:nvSpPr>
          <p:spPr>
            <a:xfrm flipH="false" flipV="false" rot="0">
              <a:off x="0" y="0"/>
              <a:ext cx="1347994" cy="1733534"/>
            </a:xfrm>
            <a:custGeom>
              <a:avLst/>
              <a:gdLst/>
              <a:ahLst/>
              <a:cxnLst/>
              <a:rect r="r" b="b" t="t" l="l"/>
              <a:pathLst>
                <a:path h="1733534" w="1347994">
                  <a:moveTo>
                    <a:pt x="77144" y="0"/>
                  </a:moveTo>
                  <a:lnTo>
                    <a:pt x="1270850" y="0"/>
                  </a:lnTo>
                  <a:cubicBezTo>
                    <a:pt x="1291310" y="0"/>
                    <a:pt x="1310932" y="8128"/>
                    <a:pt x="1325399" y="22595"/>
                  </a:cubicBezTo>
                  <a:cubicBezTo>
                    <a:pt x="1339866" y="37062"/>
                    <a:pt x="1347994" y="56684"/>
                    <a:pt x="1347994" y="77144"/>
                  </a:cubicBezTo>
                  <a:lnTo>
                    <a:pt x="1347994" y="1656390"/>
                  </a:lnTo>
                  <a:cubicBezTo>
                    <a:pt x="1347994" y="1676850"/>
                    <a:pt x="1339866" y="1696472"/>
                    <a:pt x="1325399" y="1710939"/>
                  </a:cubicBezTo>
                  <a:cubicBezTo>
                    <a:pt x="1310932" y="1725407"/>
                    <a:pt x="1291310" y="1733534"/>
                    <a:pt x="1270850" y="1733534"/>
                  </a:cubicBezTo>
                  <a:lnTo>
                    <a:pt x="77144" y="1733534"/>
                  </a:lnTo>
                  <a:cubicBezTo>
                    <a:pt x="56684" y="1733534"/>
                    <a:pt x="37062" y="1725407"/>
                    <a:pt x="22595" y="1710939"/>
                  </a:cubicBezTo>
                  <a:cubicBezTo>
                    <a:pt x="8128" y="1696472"/>
                    <a:pt x="0" y="1676850"/>
                    <a:pt x="0" y="1656390"/>
                  </a:cubicBezTo>
                  <a:lnTo>
                    <a:pt x="0" y="77144"/>
                  </a:lnTo>
                  <a:cubicBezTo>
                    <a:pt x="0" y="56684"/>
                    <a:pt x="8128" y="37062"/>
                    <a:pt x="22595" y="22595"/>
                  </a:cubicBezTo>
                  <a:cubicBezTo>
                    <a:pt x="37062" y="8128"/>
                    <a:pt x="56684" y="0"/>
                    <a:pt x="77144"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1347994" cy="1771634"/>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426394" y="3546703"/>
            <a:ext cx="4322777" cy="5367421"/>
          </a:xfrm>
          <a:prstGeom prst="rect">
            <a:avLst/>
          </a:prstGeom>
        </p:spPr>
        <p:txBody>
          <a:bodyPr anchor="t" rtlCol="false" tIns="0" lIns="0" bIns="0" rIns="0">
            <a:spAutoFit/>
          </a:bodyPr>
          <a:lstStyle/>
          <a:p>
            <a:pPr algn="l">
              <a:lnSpc>
                <a:spcPts val="3539"/>
              </a:lnSpc>
            </a:pPr>
            <a:r>
              <a:rPr lang="en-US" sz="2527">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17" id="17"/>
          <p:cNvSpPr txBox="true"/>
          <p:nvPr/>
        </p:nvSpPr>
        <p:spPr>
          <a:xfrm rot="0">
            <a:off x="2766412" y="2335525"/>
            <a:ext cx="1642742" cy="1530141"/>
          </a:xfrm>
          <a:prstGeom prst="rect">
            <a:avLst/>
          </a:prstGeom>
        </p:spPr>
        <p:txBody>
          <a:bodyPr anchor="t" rtlCol="false" tIns="0" lIns="0" bIns="0" rIns="0">
            <a:spAutoFit/>
          </a:bodyPr>
          <a:lstStyle/>
          <a:p>
            <a:pPr algn="ctr">
              <a:lnSpc>
                <a:spcPts val="12481"/>
              </a:lnSpc>
            </a:pPr>
            <a:r>
              <a:rPr lang="en-US" sz="8915">
                <a:solidFill>
                  <a:srgbClr val="000000"/>
                </a:solidFill>
                <a:latin typeface="Pixelated"/>
                <a:ea typeface="Pixelated"/>
                <a:cs typeface="Pixelated"/>
                <a:sym typeface="Pixelated"/>
              </a:rPr>
              <a:t>1</a:t>
            </a:r>
          </a:p>
        </p:txBody>
      </p:sp>
      <p:grpSp>
        <p:nvGrpSpPr>
          <p:cNvPr name="Group 18" id="18"/>
          <p:cNvGrpSpPr/>
          <p:nvPr/>
        </p:nvGrpSpPr>
        <p:grpSpPr>
          <a:xfrm rot="0">
            <a:off x="6584917" y="2676287"/>
            <a:ext cx="5118165" cy="6582013"/>
            <a:chOff x="0" y="0"/>
            <a:chExt cx="1347994" cy="1733534"/>
          </a:xfrm>
        </p:grpSpPr>
        <p:sp>
          <p:nvSpPr>
            <p:cNvPr name="Freeform 19" id="19"/>
            <p:cNvSpPr/>
            <p:nvPr/>
          </p:nvSpPr>
          <p:spPr>
            <a:xfrm flipH="false" flipV="false" rot="0">
              <a:off x="0" y="0"/>
              <a:ext cx="1347994" cy="1733534"/>
            </a:xfrm>
            <a:custGeom>
              <a:avLst/>
              <a:gdLst/>
              <a:ahLst/>
              <a:cxnLst/>
              <a:rect r="r" b="b" t="t" l="l"/>
              <a:pathLst>
                <a:path h="1733534" w="1347994">
                  <a:moveTo>
                    <a:pt x="77144" y="0"/>
                  </a:moveTo>
                  <a:lnTo>
                    <a:pt x="1270850" y="0"/>
                  </a:lnTo>
                  <a:cubicBezTo>
                    <a:pt x="1291310" y="0"/>
                    <a:pt x="1310932" y="8128"/>
                    <a:pt x="1325399" y="22595"/>
                  </a:cubicBezTo>
                  <a:cubicBezTo>
                    <a:pt x="1339866" y="37062"/>
                    <a:pt x="1347994" y="56684"/>
                    <a:pt x="1347994" y="77144"/>
                  </a:cubicBezTo>
                  <a:lnTo>
                    <a:pt x="1347994" y="1656390"/>
                  </a:lnTo>
                  <a:cubicBezTo>
                    <a:pt x="1347994" y="1676850"/>
                    <a:pt x="1339866" y="1696472"/>
                    <a:pt x="1325399" y="1710939"/>
                  </a:cubicBezTo>
                  <a:cubicBezTo>
                    <a:pt x="1310932" y="1725407"/>
                    <a:pt x="1291310" y="1733534"/>
                    <a:pt x="1270850" y="1733534"/>
                  </a:cubicBezTo>
                  <a:lnTo>
                    <a:pt x="77144" y="1733534"/>
                  </a:lnTo>
                  <a:cubicBezTo>
                    <a:pt x="56684" y="1733534"/>
                    <a:pt x="37062" y="1725407"/>
                    <a:pt x="22595" y="1710939"/>
                  </a:cubicBezTo>
                  <a:cubicBezTo>
                    <a:pt x="8128" y="1696472"/>
                    <a:pt x="0" y="1676850"/>
                    <a:pt x="0" y="1656390"/>
                  </a:cubicBezTo>
                  <a:lnTo>
                    <a:pt x="0" y="77144"/>
                  </a:lnTo>
                  <a:cubicBezTo>
                    <a:pt x="0" y="56684"/>
                    <a:pt x="8128" y="37062"/>
                    <a:pt x="22595" y="22595"/>
                  </a:cubicBezTo>
                  <a:cubicBezTo>
                    <a:pt x="37062" y="8128"/>
                    <a:pt x="56684" y="0"/>
                    <a:pt x="77144" y="0"/>
                  </a:cubicBezTo>
                  <a:close/>
                </a:path>
              </a:pathLst>
            </a:custGeom>
            <a:solidFill>
              <a:srgbClr val="FFFFFF">
                <a:alpha val="89804"/>
              </a:srgbClr>
            </a:solidFill>
            <a:ln w="85725" cap="rnd">
              <a:solidFill>
                <a:srgbClr val="000000">
                  <a:alpha val="89804"/>
                </a:srgbClr>
              </a:solidFill>
              <a:prstDash val="solid"/>
              <a:round/>
            </a:ln>
          </p:spPr>
        </p:sp>
        <p:sp>
          <p:nvSpPr>
            <p:cNvPr name="TextBox 20" id="20"/>
            <p:cNvSpPr txBox="true"/>
            <p:nvPr/>
          </p:nvSpPr>
          <p:spPr>
            <a:xfrm>
              <a:off x="0" y="-38100"/>
              <a:ext cx="1347994" cy="1771634"/>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6982611" y="3546703"/>
            <a:ext cx="4322777" cy="5367421"/>
          </a:xfrm>
          <a:prstGeom prst="rect">
            <a:avLst/>
          </a:prstGeom>
        </p:spPr>
        <p:txBody>
          <a:bodyPr anchor="t" rtlCol="false" tIns="0" lIns="0" bIns="0" rIns="0">
            <a:spAutoFit/>
          </a:bodyPr>
          <a:lstStyle/>
          <a:p>
            <a:pPr algn="l">
              <a:lnSpc>
                <a:spcPts val="3539"/>
              </a:lnSpc>
            </a:pPr>
            <a:r>
              <a:rPr lang="en-US" sz="2527">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22" id="22"/>
          <p:cNvSpPr txBox="true"/>
          <p:nvPr/>
        </p:nvSpPr>
        <p:spPr>
          <a:xfrm rot="0">
            <a:off x="8322629" y="2335525"/>
            <a:ext cx="1642742" cy="1530141"/>
          </a:xfrm>
          <a:prstGeom prst="rect">
            <a:avLst/>
          </a:prstGeom>
        </p:spPr>
        <p:txBody>
          <a:bodyPr anchor="t" rtlCol="false" tIns="0" lIns="0" bIns="0" rIns="0">
            <a:spAutoFit/>
          </a:bodyPr>
          <a:lstStyle/>
          <a:p>
            <a:pPr algn="ctr">
              <a:lnSpc>
                <a:spcPts val="12481"/>
              </a:lnSpc>
            </a:pPr>
            <a:r>
              <a:rPr lang="en-US" sz="8915">
                <a:solidFill>
                  <a:srgbClr val="000000"/>
                </a:solidFill>
                <a:latin typeface="Pixelated"/>
                <a:ea typeface="Pixelated"/>
                <a:cs typeface="Pixelated"/>
                <a:sym typeface="Pixelated"/>
              </a:rPr>
              <a:t>2</a:t>
            </a:r>
          </a:p>
        </p:txBody>
      </p:sp>
      <p:grpSp>
        <p:nvGrpSpPr>
          <p:cNvPr name="Group 23" id="23"/>
          <p:cNvGrpSpPr/>
          <p:nvPr/>
        </p:nvGrpSpPr>
        <p:grpSpPr>
          <a:xfrm rot="0">
            <a:off x="12141233" y="2749644"/>
            <a:ext cx="5118165" cy="6582013"/>
            <a:chOff x="0" y="0"/>
            <a:chExt cx="1347994" cy="1733534"/>
          </a:xfrm>
        </p:grpSpPr>
        <p:sp>
          <p:nvSpPr>
            <p:cNvPr name="Freeform 24" id="24"/>
            <p:cNvSpPr/>
            <p:nvPr/>
          </p:nvSpPr>
          <p:spPr>
            <a:xfrm flipH="false" flipV="false" rot="0">
              <a:off x="0" y="0"/>
              <a:ext cx="1347994" cy="1733534"/>
            </a:xfrm>
            <a:custGeom>
              <a:avLst/>
              <a:gdLst/>
              <a:ahLst/>
              <a:cxnLst/>
              <a:rect r="r" b="b" t="t" l="l"/>
              <a:pathLst>
                <a:path h="1733534" w="1347994">
                  <a:moveTo>
                    <a:pt x="77144" y="0"/>
                  </a:moveTo>
                  <a:lnTo>
                    <a:pt x="1270850" y="0"/>
                  </a:lnTo>
                  <a:cubicBezTo>
                    <a:pt x="1291310" y="0"/>
                    <a:pt x="1310932" y="8128"/>
                    <a:pt x="1325399" y="22595"/>
                  </a:cubicBezTo>
                  <a:cubicBezTo>
                    <a:pt x="1339866" y="37062"/>
                    <a:pt x="1347994" y="56684"/>
                    <a:pt x="1347994" y="77144"/>
                  </a:cubicBezTo>
                  <a:lnTo>
                    <a:pt x="1347994" y="1656390"/>
                  </a:lnTo>
                  <a:cubicBezTo>
                    <a:pt x="1347994" y="1676850"/>
                    <a:pt x="1339866" y="1696472"/>
                    <a:pt x="1325399" y="1710939"/>
                  </a:cubicBezTo>
                  <a:cubicBezTo>
                    <a:pt x="1310932" y="1725407"/>
                    <a:pt x="1291310" y="1733534"/>
                    <a:pt x="1270850" y="1733534"/>
                  </a:cubicBezTo>
                  <a:lnTo>
                    <a:pt x="77144" y="1733534"/>
                  </a:lnTo>
                  <a:cubicBezTo>
                    <a:pt x="56684" y="1733534"/>
                    <a:pt x="37062" y="1725407"/>
                    <a:pt x="22595" y="1710939"/>
                  </a:cubicBezTo>
                  <a:cubicBezTo>
                    <a:pt x="8128" y="1696472"/>
                    <a:pt x="0" y="1676850"/>
                    <a:pt x="0" y="1656390"/>
                  </a:cubicBezTo>
                  <a:lnTo>
                    <a:pt x="0" y="77144"/>
                  </a:lnTo>
                  <a:cubicBezTo>
                    <a:pt x="0" y="56684"/>
                    <a:pt x="8128" y="37062"/>
                    <a:pt x="22595" y="22595"/>
                  </a:cubicBezTo>
                  <a:cubicBezTo>
                    <a:pt x="37062" y="8128"/>
                    <a:pt x="56684" y="0"/>
                    <a:pt x="77144" y="0"/>
                  </a:cubicBezTo>
                  <a:close/>
                </a:path>
              </a:pathLst>
            </a:custGeom>
            <a:solidFill>
              <a:srgbClr val="FFFFFF">
                <a:alpha val="89804"/>
              </a:srgbClr>
            </a:solidFill>
            <a:ln w="85725" cap="rnd">
              <a:solidFill>
                <a:srgbClr val="000000">
                  <a:alpha val="89804"/>
                </a:srgbClr>
              </a:solidFill>
              <a:prstDash val="solid"/>
              <a:round/>
            </a:ln>
          </p:spPr>
        </p:sp>
        <p:sp>
          <p:nvSpPr>
            <p:cNvPr name="TextBox 25" id="25"/>
            <p:cNvSpPr txBox="true"/>
            <p:nvPr/>
          </p:nvSpPr>
          <p:spPr>
            <a:xfrm>
              <a:off x="0" y="-38100"/>
              <a:ext cx="1347994" cy="1771634"/>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2538927" y="3620060"/>
            <a:ext cx="4322777" cy="5367421"/>
          </a:xfrm>
          <a:prstGeom prst="rect">
            <a:avLst/>
          </a:prstGeom>
        </p:spPr>
        <p:txBody>
          <a:bodyPr anchor="t" rtlCol="false" tIns="0" lIns="0" bIns="0" rIns="0">
            <a:spAutoFit/>
          </a:bodyPr>
          <a:lstStyle/>
          <a:p>
            <a:pPr algn="l">
              <a:lnSpc>
                <a:spcPts val="3539"/>
              </a:lnSpc>
            </a:pPr>
            <a:r>
              <a:rPr lang="en-US" sz="2527">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27" id="27"/>
          <p:cNvSpPr txBox="true"/>
          <p:nvPr/>
        </p:nvSpPr>
        <p:spPr>
          <a:xfrm rot="0">
            <a:off x="13878944" y="2408882"/>
            <a:ext cx="1642742" cy="1530141"/>
          </a:xfrm>
          <a:prstGeom prst="rect">
            <a:avLst/>
          </a:prstGeom>
        </p:spPr>
        <p:txBody>
          <a:bodyPr anchor="t" rtlCol="false" tIns="0" lIns="0" bIns="0" rIns="0">
            <a:spAutoFit/>
          </a:bodyPr>
          <a:lstStyle/>
          <a:p>
            <a:pPr algn="ctr">
              <a:lnSpc>
                <a:spcPts val="12481"/>
              </a:lnSpc>
            </a:pPr>
            <a:r>
              <a:rPr lang="en-US" sz="8915">
                <a:solidFill>
                  <a:srgbClr val="000000"/>
                </a:solidFill>
                <a:latin typeface="Pixelated"/>
                <a:ea typeface="Pixelated"/>
                <a:cs typeface="Pixelated"/>
                <a:sym typeface="Pixelated"/>
              </a:rPr>
              <a:t>3</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Data Analysis</a:t>
            </a:r>
          </a:p>
        </p:txBody>
      </p:sp>
      <p:grpSp>
        <p:nvGrpSpPr>
          <p:cNvPr name="Group 13" id="13"/>
          <p:cNvGrpSpPr/>
          <p:nvPr/>
        </p:nvGrpSpPr>
        <p:grpSpPr>
          <a:xfrm rot="0">
            <a:off x="1028700" y="2908051"/>
            <a:ext cx="16230600" cy="6423605"/>
            <a:chOff x="0" y="0"/>
            <a:chExt cx="4274726" cy="1691814"/>
          </a:xfrm>
        </p:grpSpPr>
        <p:sp>
          <p:nvSpPr>
            <p:cNvPr name="Freeform 14" id="14"/>
            <p:cNvSpPr/>
            <p:nvPr/>
          </p:nvSpPr>
          <p:spPr>
            <a:xfrm flipH="false" flipV="false" rot="0">
              <a:off x="0" y="0"/>
              <a:ext cx="4274726" cy="1691814"/>
            </a:xfrm>
            <a:custGeom>
              <a:avLst/>
              <a:gdLst/>
              <a:ahLst/>
              <a:cxnLst/>
              <a:rect r="r" b="b" t="t" l="l"/>
              <a:pathLst>
                <a:path h="1691814" w="4274726">
                  <a:moveTo>
                    <a:pt x="24327" y="0"/>
                  </a:moveTo>
                  <a:lnTo>
                    <a:pt x="4250399" y="0"/>
                  </a:lnTo>
                  <a:cubicBezTo>
                    <a:pt x="4263834" y="0"/>
                    <a:pt x="4274726" y="10891"/>
                    <a:pt x="4274726" y="24327"/>
                  </a:cubicBezTo>
                  <a:lnTo>
                    <a:pt x="4274726" y="1667487"/>
                  </a:lnTo>
                  <a:cubicBezTo>
                    <a:pt x="4274726" y="1680922"/>
                    <a:pt x="4263834" y="1691814"/>
                    <a:pt x="4250399" y="1691814"/>
                  </a:cubicBezTo>
                  <a:lnTo>
                    <a:pt x="24327" y="1691814"/>
                  </a:lnTo>
                  <a:cubicBezTo>
                    <a:pt x="10891" y="1691814"/>
                    <a:pt x="0" y="1680922"/>
                    <a:pt x="0" y="1667487"/>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4274726" cy="1729914"/>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427381" y="3319078"/>
            <a:ext cx="9438969" cy="5544402"/>
          </a:xfrm>
          <a:prstGeom prst="rect">
            <a:avLst/>
          </a:prstGeom>
        </p:spPr>
        <p:txBody>
          <a:bodyPr anchor="t" rtlCol="false" tIns="0" lIns="0" bIns="0" rIns="0">
            <a:spAutoFit/>
          </a:bodyPr>
          <a:lstStyle/>
          <a:p>
            <a:pPr algn="l">
              <a:lnSpc>
                <a:spcPts val="3657"/>
              </a:lnSpc>
            </a:pPr>
            <a:r>
              <a:rPr lang="en-US" sz="2612">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a:p>
            <a:pPr algn="l">
              <a:lnSpc>
                <a:spcPts val="3657"/>
              </a:lnSpc>
            </a:pPr>
          </a:p>
          <a:p>
            <a:pPr algn="l">
              <a:lnSpc>
                <a:spcPts val="3657"/>
              </a:lnSpc>
            </a:pPr>
            <a:r>
              <a:rPr lang="en-US" sz="2612">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pic>
        <p:nvPicPr>
          <p:cNvPr name="Picture 17" id="17"/>
          <p:cNvPicPr>
            <a:picLocks noChangeAspect="true"/>
          </p:cNvPicPr>
          <p:nvPr/>
        </p:nvPicPr>
        <p:blipFill>
          <a:blip r:embed="rId17"/>
          <a:stretch>
            <a:fillRect/>
          </a:stretch>
        </p:blipFill>
        <p:spPr>
          <a:xfrm rot="0">
            <a:off x="10891918" y="3342809"/>
            <a:ext cx="6198955" cy="5832358"/>
          </a:xfrm>
          <a:prstGeom prst="rect">
            <a:avLst/>
          </a:prstGeom>
        </p:spPr>
      </p:pic>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2" id="12"/>
          <p:cNvGrpSpPr/>
          <p:nvPr/>
        </p:nvGrpSpPr>
        <p:grpSpPr>
          <a:xfrm rot="0">
            <a:off x="1028700" y="2908051"/>
            <a:ext cx="16230600" cy="5814264"/>
            <a:chOff x="0" y="0"/>
            <a:chExt cx="4274726" cy="1531329"/>
          </a:xfrm>
        </p:grpSpPr>
        <p:sp>
          <p:nvSpPr>
            <p:cNvPr name="Freeform 13" id="13"/>
            <p:cNvSpPr/>
            <p:nvPr/>
          </p:nvSpPr>
          <p:spPr>
            <a:xfrm flipH="false" flipV="false" rot="0">
              <a:off x="0" y="0"/>
              <a:ext cx="4274726" cy="1531329"/>
            </a:xfrm>
            <a:custGeom>
              <a:avLst/>
              <a:gdLst/>
              <a:ahLst/>
              <a:cxnLst/>
              <a:rect r="r" b="b" t="t" l="l"/>
              <a:pathLst>
                <a:path h="1531329" w="4274726">
                  <a:moveTo>
                    <a:pt x="24327" y="0"/>
                  </a:moveTo>
                  <a:lnTo>
                    <a:pt x="4250399" y="0"/>
                  </a:lnTo>
                  <a:cubicBezTo>
                    <a:pt x="4263834" y="0"/>
                    <a:pt x="4274726" y="10891"/>
                    <a:pt x="4274726" y="24327"/>
                  </a:cubicBezTo>
                  <a:lnTo>
                    <a:pt x="4274726" y="1507002"/>
                  </a:lnTo>
                  <a:cubicBezTo>
                    <a:pt x="4274726" y="1520437"/>
                    <a:pt x="4263834" y="1531329"/>
                    <a:pt x="4250399" y="1531329"/>
                  </a:cubicBezTo>
                  <a:lnTo>
                    <a:pt x="24327" y="1531329"/>
                  </a:lnTo>
                  <a:cubicBezTo>
                    <a:pt x="10891" y="1531329"/>
                    <a:pt x="0" y="1520437"/>
                    <a:pt x="0" y="1507002"/>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4" id="14"/>
            <p:cNvSpPr txBox="true"/>
            <p:nvPr/>
          </p:nvSpPr>
          <p:spPr>
            <a:xfrm>
              <a:off x="0" y="-38100"/>
              <a:ext cx="4274726" cy="1569429"/>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789906" y="3488556"/>
            <a:ext cx="815696" cy="690982"/>
          </a:xfrm>
          <a:custGeom>
            <a:avLst/>
            <a:gdLst/>
            <a:ahLst/>
            <a:cxnLst/>
            <a:rect r="r" b="b" t="t" l="l"/>
            <a:pathLst>
              <a:path h="690982" w="815696">
                <a:moveTo>
                  <a:pt x="0" y="0"/>
                </a:moveTo>
                <a:lnTo>
                  <a:pt x="815697" y="0"/>
                </a:lnTo>
                <a:lnTo>
                  <a:pt x="815697" y="690983"/>
                </a:lnTo>
                <a:lnTo>
                  <a:pt x="0" y="69098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6" id="16"/>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Result</a:t>
            </a:r>
          </a:p>
        </p:txBody>
      </p:sp>
      <p:sp>
        <p:nvSpPr>
          <p:cNvPr name="TextBox 17" id="17"/>
          <p:cNvSpPr txBox="true"/>
          <p:nvPr/>
        </p:nvSpPr>
        <p:spPr>
          <a:xfrm rot="0">
            <a:off x="2925880" y="3479031"/>
            <a:ext cx="14047800" cy="2040890"/>
          </a:xfrm>
          <a:prstGeom prst="rect">
            <a:avLst/>
          </a:prstGeom>
        </p:spPr>
        <p:txBody>
          <a:bodyPr anchor="t" rtlCol="false" tIns="0" lIns="0" bIns="0" rIns="0">
            <a:spAutoFit/>
          </a:bodyPr>
          <a:lstStyle/>
          <a:p>
            <a:pPr algn="l">
              <a:lnSpc>
                <a:spcPts val="4060"/>
              </a:lnSpc>
            </a:pPr>
            <a:r>
              <a:rPr lang="en-US" sz="2900">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18" id="18"/>
          <p:cNvSpPr txBox="true"/>
          <p:nvPr/>
        </p:nvSpPr>
        <p:spPr>
          <a:xfrm rot="0">
            <a:off x="2925880" y="6097064"/>
            <a:ext cx="14047800" cy="2040890"/>
          </a:xfrm>
          <a:prstGeom prst="rect">
            <a:avLst/>
          </a:prstGeom>
        </p:spPr>
        <p:txBody>
          <a:bodyPr anchor="t" rtlCol="false" tIns="0" lIns="0" bIns="0" rIns="0">
            <a:spAutoFit/>
          </a:bodyPr>
          <a:lstStyle/>
          <a:p>
            <a:pPr algn="l">
              <a:lnSpc>
                <a:spcPts val="4060"/>
              </a:lnSpc>
            </a:pPr>
            <a:r>
              <a:rPr lang="en-US" sz="2900">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
        <p:nvSpPr>
          <p:cNvPr name="Freeform 19" id="19"/>
          <p:cNvSpPr/>
          <p:nvPr/>
        </p:nvSpPr>
        <p:spPr>
          <a:xfrm flipH="false" flipV="false" rot="0">
            <a:off x="1713706" y="6105436"/>
            <a:ext cx="815696" cy="690982"/>
          </a:xfrm>
          <a:custGeom>
            <a:avLst/>
            <a:gdLst/>
            <a:ahLst/>
            <a:cxnLst/>
            <a:rect r="r" b="b" t="t" l="l"/>
            <a:pathLst>
              <a:path h="690982" w="815696">
                <a:moveTo>
                  <a:pt x="0" y="0"/>
                </a:moveTo>
                <a:lnTo>
                  <a:pt x="815697" y="0"/>
                </a:lnTo>
                <a:lnTo>
                  <a:pt x="815697" y="690982"/>
                </a:lnTo>
                <a:lnTo>
                  <a:pt x="0" y="69098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2" id="12"/>
          <p:cNvGrpSpPr/>
          <p:nvPr/>
        </p:nvGrpSpPr>
        <p:grpSpPr>
          <a:xfrm rot="0">
            <a:off x="1028700" y="2908051"/>
            <a:ext cx="10739597" cy="6423605"/>
            <a:chOff x="0" y="0"/>
            <a:chExt cx="2828536" cy="1691814"/>
          </a:xfrm>
        </p:grpSpPr>
        <p:sp>
          <p:nvSpPr>
            <p:cNvPr name="Freeform 13" id="13"/>
            <p:cNvSpPr/>
            <p:nvPr/>
          </p:nvSpPr>
          <p:spPr>
            <a:xfrm flipH="false" flipV="false" rot="0">
              <a:off x="0" y="0"/>
              <a:ext cx="2828536" cy="1691814"/>
            </a:xfrm>
            <a:custGeom>
              <a:avLst/>
              <a:gdLst/>
              <a:ahLst/>
              <a:cxnLst/>
              <a:rect r="r" b="b" t="t" l="l"/>
              <a:pathLst>
                <a:path h="1691814" w="2828536">
                  <a:moveTo>
                    <a:pt x="36765" y="0"/>
                  </a:moveTo>
                  <a:lnTo>
                    <a:pt x="2791771" y="0"/>
                  </a:lnTo>
                  <a:cubicBezTo>
                    <a:pt x="2812076" y="0"/>
                    <a:pt x="2828536" y="16460"/>
                    <a:pt x="2828536" y="36765"/>
                  </a:cubicBezTo>
                  <a:lnTo>
                    <a:pt x="2828536" y="1655049"/>
                  </a:lnTo>
                  <a:cubicBezTo>
                    <a:pt x="2828536" y="1675354"/>
                    <a:pt x="2812076" y="1691814"/>
                    <a:pt x="2791771" y="1691814"/>
                  </a:cubicBezTo>
                  <a:lnTo>
                    <a:pt x="36765" y="1691814"/>
                  </a:lnTo>
                  <a:cubicBezTo>
                    <a:pt x="16460" y="1691814"/>
                    <a:pt x="0" y="1675354"/>
                    <a:pt x="0" y="1655049"/>
                  </a:cubicBezTo>
                  <a:lnTo>
                    <a:pt x="0" y="36765"/>
                  </a:lnTo>
                  <a:cubicBezTo>
                    <a:pt x="0" y="16460"/>
                    <a:pt x="16460" y="0"/>
                    <a:pt x="36765" y="0"/>
                  </a:cubicBezTo>
                  <a:close/>
                </a:path>
              </a:pathLst>
            </a:custGeom>
            <a:solidFill>
              <a:srgbClr val="FFFFFF">
                <a:alpha val="89804"/>
              </a:srgbClr>
            </a:solidFill>
            <a:ln w="85725" cap="rnd">
              <a:solidFill>
                <a:srgbClr val="000000">
                  <a:alpha val="89804"/>
                </a:srgbClr>
              </a:solidFill>
              <a:prstDash val="solid"/>
              <a:round/>
            </a:ln>
          </p:spPr>
        </p:sp>
        <p:sp>
          <p:nvSpPr>
            <p:cNvPr name="TextBox 14" id="14"/>
            <p:cNvSpPr txBox="true"/>
            <p:nvPr/>
          </p:nvSpPr>
          <p:spPr>
            <a:xfrm>
              <a:off x="0" y="-38100"/>
              <a:ext cx="2828536" cy="1729914"/>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713706" y="3319078"/>
            <a:ext cx="9438969" cy="5544402"/>
          </a:xfrm>
          <a:prstGeom prst="rect">
            <a:avLst/>
          </a:prstGeom>
        </p:spPr>
        <p:txBody>
          <a:bodyPr anchor="t" rtlCol="false" tIns="0" lIns="0" bIns="0" rIns="0">
            <a:spAutoFit/>
          </a:bodyPr>
          <a:lstStyle/>
          <a:p>
            <a:pPr algn="l">
              <a:lnSpc>
                <a:spcPts val="3657"/>
              </a:lnSpc>
            </a:pPr>
            <a:r>
              <a:rPr lang="en-US" sz="2612">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a:p>
            <a:pPr algn="l">
              <a:lnSpc>
                <a:spcPts val="3657"/>
              </a:lnSpc>
            </a:pPr>
          </a:p>
          <a:p>
            <a:pPr algn="l">
              <a:lnSpc>
                <a:spcPts val="3657"/>
              </a:lnSpc>
            </a:pPr>
            <a:r>
              <a:rPr lang="en-US" sz="2612">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grpSp>
        <p:nvGrpSpPr>
          <p:cNvPr name="Group 16" id="16"/>
          <p:cNvGrpSpPr/>
          <p:nvPr/>
        </p:nvGrpSpPr>
        <p:grpSpPr>
          <a:xfrm rot="0">
            <a:off x="12222785" y="3496669"/>
            <a:ext cx="5036515" cy="5246370"/>
            <a:chOff x="0" y="0"/>
            <a:chExt cx="6096000" cy="6350000"/>
          </a:xfrm>
        </p:grpSpPr>
        <p:sp>
          <p:nvSpPr>
            <p:cNvPr name="Freeform 17" id="17"/>
            <p:cNvSpPr/>
            <p:nvPr/>
          </p:nvSpPr>
          <p:spPr>
            <a:xfrm flipH="false" flipV="false" rot="0">
              <a:off x="0" y="0"/>
              <a:ext cx="6096000" cy="6350000"/>
            </a:xfrm>
            <a:custGeom>
              <a:avLst/>
              <a:gdLst/>
              <a:ahLst/>
              <a:cxnLst/>
              <a:rect r="r" b="b" t="t" l="l"/>
              <a:pathLst>
                <a:path h="6350000" w="6096000">
                  <a:moveTo>
                    <a:pt x="5969000" y="635000"/>
                  </a:moveTo>
                  <a:cubicBezTo>
                    <a:pt x="5969000" y="571500"/>
                    <a:pt x="5969000" y="444500"/>
                    <a:pt x="5969000" y="381000"/>
                  </a:cubicBezTo>
                  <a:lnTo>
                    <a:pt x="5842000" y="381000"/>
                  </a:lnTo>
                  <a:lnTo>
                    <a:pt x="5842000" y="254000"/>
                  </a:lnTo>
                  <a:lnTo>
                    <a:pt x="5715000" y="254000"/>
                  </a:lnTo>
                  <a:lnTo>
                    <a:pt x="5715000" y="127000"/>
                  </a:lnTo>
                  <a:cubicBezTo>
                    <a:pt x="5651500" y="127000"/>
                    <a:pt x="5524500" y="127000"/>
                    <a:pt x="5461000" y="127000"/>
                  </a:cubicBezTo>
                  <a:lnTo>
                    <a:pt x="5461000" y="0"/>
                  </a:lnTo>
                  <a:cubicBezTo>
                    <a:pt x="3853180" y="0"/>
                    <a:pt x="2242820" y="0"/>
                    <a:pt x="635000" y="0"/>
                  </a:cubicBezTo>
                  <a:lnTo>
                    <a:pt x="635000" y="127000"/>
                  </a:lnTo>
                  <a:cubicBezTo>
                    <a:pt x="571500" y="127000"/>
                    <a:pt x="444500" y="127000"/>
                    <a:pt x="381000" y="127000"/>
                  </a:cubicBezTo>
                  <a:lnTo>
                    <a:pt x="381000" y="254000"/>
                  </a:lnTo>
                  <a:lnTo>
                    <a:pt x="254000" y="254000"/>
                  </a:lnTo>
                  <a:lnTo>
                    <a:pt x="254000" y="381000"/>
                  </a:lnTo>
                  <a:lnTo>
                    <a:pt x="127000" y="381000"/>
                  </a:lnTo>
                  <a:cubicBezTo>
                    <a:pt x="127000" y="444500"/>
                    <a:pt x="127000" y="571500"/>
                    <a:pt x="127000" y="635000"/>
                  </a:cubicBezTo>
                  <a:lnTo>
                    <a:pt x="0" y="635000"/>
                  </a:lnTo>
                  <a:cubicBezTo>
                    <a:pt x="0" y="2327910"/>
                    <a:pt x="0" y="4022090"/>
                    <a:pt x="0" y="5715000"/>
                  </a:cubicBezTo>
                  <a:lnTo>
                    <a:pt x="127000" y="5715000"/>
                  </a:lnTo>
                  <a:cubicBezTo>
                    <a:pt x="127000" y="5778500"/>
                    <a:pt x="127000" y="5905500"/>
                    <a:pt x="127000" y="5969000"/>
                  </a:cubicBezTo>
                  <a:lnTo>
                    <a:pt x="254000" y="5969000"/>
                  </a:lnTo>
                  <a:lnTo>
                    <a:pt x="254000" y="6096000"/>
                  </a:lnTo>
                  <a:lnTo>
                    <a:pt x="381000" y="6096000"/>
                  </a:lnTo>
                  <a:lnTo>
                    <a:pt x="381000" y="6223000"/>
                  </a:lnTo>
                  <a:cubicBezTo>
                    <a:pt x="444500" y="6223000"/>
                    <a:pt x="571500" y="6223000"/>
                    <a:pt x="635000" y="6223000"/>
                  </a:cubicBezTo>
                  <a:lnTo>
                    <a:pt x="635000" y="6350000"/>
                  </a:lnTo>
                  <a:cubicBezTo>
                    <a:pt x="2242820" y="6350000"/>
                    <a:pt x="3853180" y="6350000"/>
                    <a:pt x="5461000" y="6350000"/>
                  </a:cubicBezTo>
                  <a:lnTo>
                    <a:pt x="5461000" y="6223000"/>
                  </a:lnTo>
                  <a:cubicBezTo>
                    <a:pt x="5524500" y="6223000"/>
                    <a:pt x="5651500" y="6223000"/>
                    <a:pt x="5715000" y="6223000"/>
                  </a:cubicBezTo>
                  <a:lnTo>
                    <a:pt x="5715000" y="6096000"/>
                  </a:lnTo>
                  <a:lnTo>
                    <a:pt x="5842000" y="6096000"/>
                  </a:lnTo>
                  <a:lnTo>
                    <a:pt x="5842000" y="5969000"/>
                  </a:lnTo>
                  <a:lnTo>
                    <a:pt x="5969000" y="5969000"/>
                  </a:lnTo>
                  <a:cubicBezTo>
                    <a:pt x="5969000" y="5905500"/>
                    <a:pt x="5969000" y="5778500"/>
                    <a:pt x="5969000" y="5715000"/>
                  </a:cubicBezTo>
                  <a:lnTo>
                    <a:pt x="6096000" y="5715000"/>
                  </a:lnTo>
                  <a:cubicBezTo>
                    <a:pt x="6096000" y="4022090"/>
                    <a:pt x="6096000" y="2327910"/>
                    <a:pt x="6096000" y="635000"/>
                  </a:cubicBezTo>
                  <a:lnTo>
                    <a:pt x="5969000" y="635000"/>
                  </a:lnTo>
                  <a:close/>
                </a:path>
              </a:pathLst>
            </a:custGeom>
            <a:blipFill>
              <a:blip r:embed="rId17"/>
              <a:stretch>
                <a:fillRect l="-42592" t="0" r="-42592" b="0"/>
              </a:stretch>
            </a:blipFill>
          </p:spPr>
        </p:sp>
      </p:grpSp>
      <p:sp>
        <p:nvSpPr>
          <p:cNvPr name="TextBox 18" id="18"/>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Conclusion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0">
            <a:off x="4089465" y="2941318"/>
            <a:ext cx="10221537" cy="5445292"/>
          </a:xfrm>
          <a:custGeom>
            <a:avLst/>
            <a:gdLst/>
            <a:ahLst/>
            <a:cxnLst/>
            <a:rect r="r" b="b" t="t" l="l"/>
            <a:pathLst>
              <a:path h="5445292" w="10221537">
                <a:moveTo>
                  <a:pt x="0" y="0"/>
                </a:moveTo>
                <a:lnTo>
                  <a:pt x="10221538" y="0"/>
                </a:lnTo>
                <a:lnTo>
                  <a:pt x="10221538" y="5445292"/>
                </a:lnTo>
                <a:lnTo>
                  <a:pt x="0" y="544529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3" id="13"/>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Meet The Team</a:t>
            </a:r>
          </a:p>
        </p:txBody>
      </p:sp>
      <p:sp>
        <p:nvSpPr>
          <p:cNvPr name="TextBox 14" id="14"/>
          <p:cNvSpPr txBox="true"/>
          <p:nvPr/>
        </p:nvSpPr>
        <p:spPr>
          <a:xfrm rot="0">
            <a:off x="4470743" y="3333936"/>
            <a:ext cx="9517307" cy="4757399"/>
          </a:xfrm>
          <a:prstGeom prst="rect">
            <a:avLst/>
          </a:prstGeom>
        </p:spPr>
        <p:txBody>
          <a:bodyPr anchor="t" rtlCol="false" tIns="0" lIns="0" bIns="0" rIns="0">
            <a:spAutoFit/>
          </a:bodyPr>
          <a:lstStyle/>
          <a:p>
            <a:pPr algn="ctr">
              <a:lnSpc>
                <a:spcPts val="9532"/>
              </a:lnSpc>
            </a:pPr>
            <a:r>
              <a:rPr lang="en-US" sz="6809">
                <a:solidFill>
                  <a:srgbClr val="000000"/>
                </a:solidFill>
                <a:latin typeface="Pixelated"/>
                <a:ea typeface="Pixelated"/>
                <a:cs typeface="Pixelated"/>
                <a:sym typeface="Pixelated"/>
              </a:rPr>
              <a:t>Chiaki Sato</a:t>
            </a:r>
          </a:p>
          <a:p>
            <a:pPr algn="ctr">
              <a:lnSpc>
                <a:spcPts val="9532"/>
              </a:lnSpc>
            </a:pPr>
            <a:r>
              <a:rPr lang="en-US" sz="6809">
                <a:solidFill>
                  <a:srgbClr val="000000"/>
                </a:solidFill>
                <a:latin typeface="Pixelated"/>
                <a:ea typeface="Pixelated"/>
                <a:cs typeface="Pixelated"/>
                <a:sym typeface="Pixelated"/>
              </a:rPr>
              <a:t>Daniel Gallego</a:t>
            </a:r>
          </a:p>
          <a:p>
            <a:pPr algn="ctr">
              <a:lnSpc>
                <a:spcPts val="9532"/>
              </a:lnSpc>
            </a:pPr>
            <a:r>
              <a:rPr lang="en-US" sz="6809">
                <a:solidFill>
                  <a:srgbClr val="000000"/>
                </a:solidFill>
                <a:latin typeface="Pixelated"/>
                <a:ea typeface="Pixelated"/>
                <a:cs typeface="Pixelated"/>
                <a:sym typeface="Pixelated"/>
              </a:rPr>
              <a:t>Estelle Darcy</a:t>
            </a:r>
          </a:p>
          <a:p>
            <a:pPr algn="ctr">
              <a:lnSpc>
                <a:spcPts val="9532"/>
              </a:lnSpc>
            </a:pPr>
            <a:r>
              <a:rPr lang="en-US" sz="6809">
                <a:solidFill>
                  <a:srgbClr val="000000"/>
                </a:solidFill>
                <a:latin typeface="Pixelated"/>
                <a:ea typeface="Pixelated"/>
                <a:cs typeface="Pixelated"/>
                <a:sym typeface="Pixelated"/>
              </a:rPr>
              <a:t>Greta Mae Evans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Introduction</a:t>
            </a:r>
          </a:p>
        </p:txBody>
      </p:sp>
      <p:grpSp>
        <p:nvGrpSpPr>
          <p:cNvPr name="Group 13" id="13"/>
          <p:cNvGrpSpPr/>
          <p:nvPr/>
        </p:nvGrpSpPr>
        <p:grpSpPr>
          <a:xfrm rot="0">
            <a:off x="1028700" y="2676287"/>
            <a:ext cx="16230600" cy="6655369"/>
            <a:chOff x="0" y="0"/>
            <a:chExt cx="4274726" cy="1752855"/>
          </a:xfrm>
        </p:grpSpPr>
        <p:sp>
          <p:nvSpPr>
            <p:cNvPr name="Freeform 14" id="14"/>
            <p:cNvSpPr/>
            <p:nvPr/>
          </p:nvSpPr>
          <p:spPr>
            <a:xfrm flipH="false" flipV="false" rot="0">
              <a:off x="0" y="0"/>
              <a:ext cx="4274726" cy="1752854"/>
            </a:xfrm>
            <a:custGeom>
              <a:avLst/>
              <a:gdLst/>
              <a:ahLst/>
              <a:cxnLst/>
              <a:rect r="r" b="b" t="t" l="l"/>
              <a:pathLst>
                <a:path h="1752854" w="4274726">
                  <a:moveTo>
                    <a:pt x="24327" y="0"/>
                  </a:moveTo>
                  <a:lnTo>
                    <a:pt x="4250399" y="0"/>
                  </a:lnTo>
                  <a:cubicBezTo>
                    <a:pt x="4263834" y="0"/>
                    <a:pt x="4274726" y="10891"/>
                    <a:pt x="4274726" y="24327"/>
                  </a:cubicBezTo>
                  <a:lnTo>
                    <a:pt x="4274726" y="1728528"/>
                  </a:lnTo>
                  <a:cubicBezTo>
                    <a:pt x="4274726" y="1741963"/>
                    <a:pt x="4263834" y="1752854"/>
                    <a:pt x="4250399" y="1752854"/>
                  </a:cubicBezTo>
                  <a:lnTo>
                    <a:pt x="24327" y="1752854"/>
                  </a:lnTo>
                  <a:cubicBezTo>
                    <a:pt x="10891" y="1752854"/>
                    <a:pt x="0" y="1741963"/>
                    <a:pt x="0" y="1728528"/>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4274726" cy="1790955"/>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2032065" y="3128076"/>
            <a:ext cx="14226178" cy="5675591"/>
          </a:xfrm>
          <a:prstGeom prst="rect">
            <a:avLst/>
          </a:prstGeom>
        </p:spPr>
        <p:txBody>
          <a:bodyPr anchor="t" rtlCol="false" tIns="0" lIns="0" bIns="0" rIns="0">
            <a:spAutoFit/>
          </a:bodyPr>
          <a:lstStyle/>
          <a:p>
            <a:pPr algn="ctr">
              <a:lnSpc>
                <a:spcPts val="4516"/>
              </a:lnSpc>
            </a:pPr>
            <a:r>
              <a:rPr lang="en-US" sz="3225">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a:p>
            <a:pPr algn="ctr">
              <a:lnSpc>
                <a:spcPts val="4516"/>
              </a:lnSpc>
            </a:pPr>
          </a:p>
          <a:p>
            <a:pPr algn="ctr">
              <a:lnSpc>
                <a:spcPts val="4516"/>
              </a:lnSpc>
            </a:pPr>
            <a:r>
              <a:rPr lang="en-US" sz="3225">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Background</a:t>
            </a:r>
          </a:p>
        </p:txBody>
      </p:sp>
      <p:grpSp>
        <p:nvGrpSpPr>
          <p:cNvPr name="Group 13" id="13"/>
          <p:cNvGrpSpPr/>
          <p:nvPr/>
        </p:nvGrpSpPr>
        <p:grpSpPr>
          <a:xfrm rot="0">
            <a:off x="1028700" y="2676287"/>
            <a:ext cx="16230600" cy="6046028"/>
            <a:chOff x="0" y="0"/>
            <a:chExt cx="4274726" cy="1592370"/>
          </a:xfrm>
        </p:grpSpPr>
        <p:sp>
          <p:nvSpPr>
            <p:cNvPr name="Freeform 14" id="14"/>
            <p:cNvSpPr/>
            <p:nvPr/>
          </p:nvSpPr>
          <p:spPr>
            <a:xfrm flipH="false" flipV="false" rot="0">
              <a:off x="0" y="0"/>
              <a:ext cx="4274726" cy="1592370"/>
            </a:xfrm>
            <a:custGeom>
              <a:avLst/>
              <a:gdLst/>
              <a:ahLst/>
              <a:cxnLst/>
              <a:rect r="r" b="b" t="t" l="l"/>
              <a:pathLst>
                <a:path h="1592370" w="4274726">
                  <a:moveTo>
                    <a:pt x="24327" y="0"/>
                  </a:moveTo>
                  <a:lnTo>
                    <a:pt x="4250399" y="0"/>
                  </a:lnTo>
                  <a:cubicBezTo>
                    <a:pt x="4263834" y="0"/>
                    <a:pt x="4274726" y="10891"/>
                    <a:pt x="4274726" y="24327"/>
                  </a:cubicBezTo>
                  <a:lnTo>
                    <a:pt x="4274726" y="1568043"/>
                  </a:lnTo>
                  <a:cubicBezTo>
                    <a:pt x="4274726" y="1581478"/>
                    <a:pt x="4263834" y="1592370"/>
                    <a:pt x="4250399" y="1592370"/>
                  </a:cubicBezTo>
                  <a:lnTo>
                    <a:pt x="24327" y="1592370"/>
                  </a:lnTo>
                  <a:cubicBezTo>
                    <a:pt x="10891" y="1592370"/>
                    <a:pt x="0" y="1581478"/>
                    <a:pt x="0" y="1568043"/>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4274726" cy="163047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646761" y="3158864"/>
            <a:ext cx="14994478" cy="5137766"/>
          </a:xfrm>
          <a:prstGeom prst="rect">
            <a:avLst/>
          </a:prstGeom>
        </p:spPr>
        <p:txBody>
          <a:bodyPr anchor="t" rtlCol="false" tIns="0" lIns="0" bIns="0" rIns="0">
            <a:spAutoFit/>
          </a:bodyPr>
          <a:lstStyle/>
          <a:p>
            <a:pPr algn="l">
              <a:lnSpc>
                <a:spcPts val="4516"/>
              </a:lnSpc>
            </a:pPr>
            <a:r>
              <a:rPr lang="en-US" sz="3225">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a:p>
            <a:pPr algn="l">
              <a:lnSpc>
                <a:spcPts val="4516"/>
              </a:lnSpc>
            </a:pPr>
          </a:p>
          <a:p>
            <a:pPr algn="l">
              <a:lnSpc>
                <a:spcPts val="4516"/>
              </a:lnSpc>
            </a:pPr>
            <a:r>
              <a:rPr lang="en-US" sz="3225">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Project Goals</a:t>
            </a:r>
          </a:p>
        </p:txBody>
      </p:sp>
      <p:grpSp>
        <p:nvGrpSpPr>
          <p:cNvPr name="Group 13" id="13"/>
          <p:cNvGrpSpPr/>
          <p:nvPr/>
        </p:nvGrpSpPr>
        <p:grpSpPr>
          <a:xfrm rot="0">
            <a:off x="1028700" y="2834695"/>
            <a:ext cx="16230600" cy="2467213"/>
            <a:chOff x="0" y="0"/>
            <a:chExt cx="4274726" cy="649801"/>
          </a:xfrm>
        </p:grpSpPr>
        <p:sp>
          <p:nvSpPr>
            <p:cNvPr name="Freeform 14" id="14"/>
            <p:cNvSpPr/>
            <p:nvPr/>
          </p:nvSpPr>
          <p:spPr>
            <a:xfrm flipH="false" flipV="false" rot="0">
              <a:off x="0" y="0"/>
              <a:ext cx="4274726" cy="649801"/>
            </a:xfrm>
            <a:custGeom>
              <a:avLst/>
              <a:gdLst/>
              <a:ahLst/>
              <a:cxnLst/>
              <a:rect r="r" b="b" t="t" l="l"/>
              <a:pathLst>
                <a:path h="649801" w="4274726">
                  <a:moveTo>
                    <a:pt x="24327" y="0"/>
                  </a:moveTo>
                  <a:lnTo>
                    <a:pt x="4250399" y="0"/>
                  </a:lnTo>
                  <a:cubicBezTo>
                    <a:pt x="4263834" y="0"/>
                    <a:pt x="4274726" y="10891"/>
                    <a:pt x="4274726" y="24327"/>
                  </a:cubicBezTo>
                  <a:lnTo>
                    <a:pt x="4274726" y="625474"/>
                  </a:lnTo>
                  <a:cubicBezTo>
                    <a:pt x="4274726" y="638909"/>
                    <a:pt x="4263834" y="649801"/>
                    <a:pt x="4250399" y="649801"/>
                  </a:cubicBezTo>
                  <a:lnTo>
                    <a:pt x="24327" y="649801"/>
                  </a:lnTo>
                  <a:cubicBezTo>
                    <a:pt x="10891" y="649801"/>
                    <a:pt x="0" y="638909"/>
                    <a:pt x="0" y="625474"/>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4274726" cy="687901"/>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878644" y="3147509"/>
            <a:ext cx="15147900" cy="1784434"/>
          </a:xfrm>
          <a:prstGeom prst="rect">
            <a:avLst/>
          </a:prstGeom>
        </p:spPr>
        <p:txBody>
          <a:bodyPr anchor="t" rtlCol="false" tIns="0" lIns="0" bIns="0" rIns="0">
            <a:spAutoFit/>
          </a:bodyPr>
          <a:lstStyle/>
          <a:p>
            <a:pPr algn="l">
              <a:lnSpc>
                <a:spcPts val="3539"/>
              </a:lnSpc>
            </a:pPr>
            <a:r>
              <a:rPr lang="en-US" sz="2527">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17" id="17"/>
          <p:cNvSpPr txBox="true"/>
          <p:nvPr/>
        </p:nvSpPr>
        <p:spPr>
          <a:xfrm rot="0">
            <a:off x="739935" y="2538160"/>
            <a:ext cx="1642742" cy="1530141"/>
          </a:xfrm>
          <a:prstGeom prst="rect">
            <a:avLst/>
          </a:prstGeom>
        </p:spPr>
        <p:txBody>
          <a:bodyPr anchor="t" rtlCol="false" tIns="0" lIns="0" bIns="0" rIns="0">
            <a:spAutoFit/>
          </a:bodyPr>
          <a:lstStyle/>
          <a:p>
            <a:pPr algn="ctr">
              <a:lnSpc>
                <a:spcPts val="12481"/>
              </a:lnSpc>
            </a:pPr>
            <a:r>
              <a:rPr lang="en-US" sz="8915">
                <a:solidFill>
                  <a:srgbClr val="000000"/>
                </a:solidFill>
                <a:latin typeface="Pixelated"/>
                <a:ea typeface="Pixelated"/>
                <a:cs typeface="Pixelated"/>
                <a:sym typeface="Pixelated"/>
              </a:rPr>
              <a:t>1</a:t>
            </a:r>
          </a:p>
        </p:txBody>
      </p:sp>
      <p:grpSp>
        <p:nvGrpSpPr>
          <p:cNvPr name="Group 18" id="18"/>
          <p:cNvGrpSpPr/>
          <p:nvPr/>
        </p:nvGrpSpPr>
        <p:grpSpPr>
          <a:xfrm rot="0">
            <a:off x="1028700" y="5657975"/>
            <a:ext cx="16230600" cy="2467213"/>
            <a:chOff x="0" y="0"/>
            <a:chExt cx="4274726" cy="649801"/>
          </a:xfrm>
        </p:grpSpPr>
        <p:sp>
          <p:nvSpPr>
            <p:cNvPr name="Freeform 19" id="19"/>
            <p:cNvSpPr/>
            <p:nvPr/>
          </p:nvSpPr>
          <p:spPr>
            <a:xfrm flipH="false" flipV="false" rot="0">
              <a:off x="0" y="0"/>
              <a:ext cx="4274726" cy="649801"/>
            </a:xfrm>
            <a:custGeom>
              <a:avLst/>
              <a:gdLst/>
              <a:ahLst/>
              <a:cxnLst/>
              <a:rect r="r" b="b" t="t" l="l"/>
              <a:pathLst>
                <a:path h="649801" w="4274726">
                  <a:moveTo>
                    <a:pt x="24327" y="0"/>
                  </a:moveTo>
                  <a:lnTo>
                    <a:pt x="4250399" y="0"/>
                  </a:lnTo>
                  <a:cubicBezTo>
                    <a:pt x="4263834" y="0"/>
                    <a:pt x="4274726" y="10891"/>
                    <a:pt x="4274726" y="24327"/>
                  </a:cubicBezTo>
                  <a:lnTo>
                    <a:pt x="4274726" y="625474"/>
                  </a:lnTo>
                  <a:cubicBezTo>
                    <a:pt x="4274726" y="638909"/>
                    <a:pt x="4263834" y="649801"/>
                    <a:pt x="4250399" y="649801"/>
                  </a:cubicBezTo>
                  <a:lnTo>
                    <a:pt x="24327" y="649801"/>
                  </a:lnTo>
                  <a:cubicBezTo>
                    <a:pt x="10891" y="649801"/>
                    <a:pt x="0" y="638909"/>
                    <a:pt x="0" y="625474"/>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20" id="20"/>
            <p:cNvSpPr txBox="true"/>
            <p:nvPr/>
          </p:nvSpPr>
          <p:spPr>
            <a:xfrm>
              <a:off x="0" y="-38100"/>
              <a:ext cx="4274726" cy="687901"/>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1878644" y="5970789"/>
            <a:ext cx="15147900" cy="1784434"/>
          </a:xfrm>
          <a:prstGeom prst="rect">
            <a:avLst/>
          </a:prstGeom>
        </p:spPr>
        <p:txBody>
          <a:bodyPr anchor="t" rtlCol="false" tIns="0" lIns="0" bIns="0" rIns="0">
            <a:spAutoFit/>
          </a:bodyPr>
          <a:lstStyle/>
          <a:p>
            <a:pPr algn="l">
              <a:lnSpc>
                <a:spcPts val="3539"/>
              </a:lnSpc>
            </a:pPr>
            <a:r>
              <a:rPr lang="en-US" sz="2527">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22" id="22"/>
          <p:cNvSpPr txBox="true"/>
          <p:nvPr/>
        </p:nvSpPr>
        <p:spPr>
          <a:xfrm rot="0">
            <a:off x="739935" y="5361440"/>
            <a:ext cx="1642742" cy="1530141"/>
          </a:xfrm>
          <a:prstGeom prst="rect">
            <a:avLst/>
          </a:prstGeom>
        </p:spPr>
        <p:txBody>
          <a:bodyPr anchor="t" rtlCol="false" tIns="0" lIns="0" bIns="0" rIns="0">
            <a:spAutoFit/>
          </a:bodyPr>
          <a:lstStyle/>
          <a:p>
            <a:pPr algn="ctr">
              <a:lnSpc>
                <a:spcPts val="12481"/>
              </a:lnSpc>
            </a:pPr>
            <a:r>
              <a:rPr lang="en-US" sz="8915">
                <a:solidFill>
                  <a:srgbClr val="000000"/>
                </a:solidFill>
                <a:latin typeface="Pixelated"/>
                <a:ea typeface="Pixelated"/>
                <a:cs typeface="Pixelated"/>
                <a:sym typeface="Pixelated"/>
              </a:rPr>
              <a:t>2</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Process</a:t>
            </a:r>
          </a:p>
        </p:txBody>
      </p:sp>
      <p:grpSp>
        <p:nvGrpSpPr>
          <p:cNvPr name="Group 13" id="13"/>
          <p:cNvGrpSpPr/>
          <p:nvPr/>
        </p:nvGrpSpPr>
        <p:grpSpPr>
          <a:xfrm rot="0">
            <a:off x="1028700" y="2676287"/>
            <a:ext cx="5118165" cy="6582013"/>
            <a:chOff x="0" y="0"/>
            <a:chExt cx="1347994" cy="1733534"/>
          </a:xfrm>
        </p:grpSpPr>
        <p:sp>
          <p:nvSpPr>
            <p:cNvPr name="Freeform 14" id="14"/>
            <p:cNvSpPr/>
            <p:nvPr/>
          </p:nvSpPr>
          <p:spPr>
            <a:xfrm flipH="false" flipV="false" rot="0">
              <a:off x="0" y="0"/>
              <a:ext cx="1347994" cy="1733534"/>
            </a:xfrm>
            <a:custGeom>
              <a:avLst/>
              <a:gdLst/>
              <a:ahLst/>
              <a:cxnLst/>
              <a:rect r="r" b="b" t="t" l="l"/>
              <a:pathLst>
                <a:path h="1733534" w="1347994">
                  <a:moveTo>
                    <a:pt x="77144" y="0"/>
                  </a:moveTo>
                  <a:lnTo>
                    <a:pt x="1270850" y="0"/>
                  </a:lnTo>
                  <a:cubicBezTo>
                    <a:pt x="1291310" y="0"/>
                    <a:pt x="1310932" y="8128"/>
                    <a:pt x="1325399" y="22595"/>
                  </a:cubicBezTo>
                  <a:cubicBezTo>
                    <a:pt x="1339866" y="37062"/>
                    <a:pt x="1347994" y="56684"/>
                    <a:pt x="1347994" y="77144"/>
                  </a:cubicBezTo>
                  <a:lnTo>
                    <a:pt x="1347994" y="1656390"/>
                  </a:lnTo>
                  <a:cubicBezTo>
                    <a:pt x="1347994" y="1676850"/>
                    <a:pt x="1339866" y="1696472"/>
                    <a:pt x="1325399" y="1710939"/>
                  </a:cubicBezTo>
                  <a:cubicBezTo>
                    <a:pt x="1310932" y="1725407"/>
                    <a:pt x="1291310" y="1733534"/>
                    <a:pt x="1270850" y="1733534"/>
                  </a:cubicBezTo>
                  <a:lnTo>
                    <a:pt x="77144" y="1733534"/>
                  </a:lnTo>
                  <a:cubicBezTo>
                    <a:pt x="56684" y="1733534"/>
                    <a:pt x="37062" y="1725407"/>
                    <a:pt x="22595" y="1710939"/>
                  </a:cubicBezTo>
                  <a:cubicBezTo>
                    <a:pt x="8128" y="1696472"/>
                    <a:pt x="0" y="1676850"/>
                    <a:pt x="0" y="1656390"/>
                  </a:cubicBezTo>
                  <a:lnTo>
                    <a:pt x="0" y="77144"/>
                  </a:lnTo>
                  <a:cubicBezTo>
                    <a:pt x="0" y="56684"/>
                    <a:pt x="8128" y="37062"/>
                    <a:pt x="22595" y="22595"/>
                  </a:cubicBezTo>
                  <a:cubicBezTo>
                    <a:pt x="37062" y="8128"/>
                    <a:pt x="56684" y="0"/>
                    <a:pt x="77144"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1347994" cy="1771634"/>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426394" y="3546703"/>
            <a:ext cx="4322777" cy="5367421"/>
          </a:xfrm>
          <a:prstGeom prst="rect">
            <a:avLst/>
          </a:prstGeom>
        </p:spPr>
        <p:txBody>
          <a:bodyPr anchor="t" rtlCol="false" tIns="0" lIns="0" bIns="0" rIns="0">
            <a:spAutoFit/>
          </a:bodyPr>
          <a:lstStyle/>
          <a:p>
            <a:pPr algn="l">
              <a:lnSpc>
                <a:spcPts val="3539"/>
              </a:lnSpc>
            </a:pPr>
            <a:r>
              <a:rPr lang="en-US" sz="2527">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17" id="17"/>
          <p:cNvSpPr txBox="true"/>
          <p:nvPr/>
        </p:nvSpPr>
        <p:spPr>
          <a:xfrm rot="0">
            <a:off x="2766412" y="2335525"/>
            <a:ext cx="1642742" cy="1530141"/>
          </a:xfrm>
          <a:prstGeom prst="rect">
            <a:avLst/>
          </a:prstGeom>
        </p:spPr>
        <p:txBody>
          <a:bodyPr anchor="t" rtlCol="false" tIns="0" lIns="0" bIns="0" rIns="0">
            <a:spAutoFit/>
          </a:bodyPr>
          <a:lstStyle/>
          <a:p>
            <a:pPr algn="ctr">
              <a:lnSpc>
                <a:spcPts val="12481"/>
              </a:lnSpc>
            </a:pPr>
            <a:r>
              <a:rPr lang="en-US" sz="8915">
                <a:solidFill>
                  <a:srgbClr val="000000"/>
                </a:solidFill>
                <a:latin typeface="Pixelated"/>
                <a:ea typeface="Pixelated"/>
                <a:cs typeface="Pixelated"/>
                <a:sym typeface="Pixelated"/>
              </a:rPr>
              <a:t>1</a:t>
            </a:r>
          </a:p>
        </p:txBody>
      </p:sp>
      <p:grpSp>
        <p:nvGrpSpPr>
          <p:cNvPr name="Group 18" id="18"/>
          <p:cNvGrpSpPr/>
          <p:nvPr/>
        </p:nvGrpSpPr>
        <p:grpSpPr>
          <a:xfrm rot="0">
            <a:off x="6584917" y="2676287"/>
            <a:ext cx="5118165" cy="6582013"/>
            <a:chOff x="0" y="0"/>
            <a:chExt cx="1347994" cy="1733534"/>
          </a:xfrm>
        </p:grpSpPr>
        <p:sp>
          <p:nvSpPr>
            <p:cNvPr name="Freeform 19" id="19"/>
            <p:cNvSpPr/>
            <p:nvPr/>
          </p:nvSpPr>
          <p:spPr>
            <a:xfrm flipH="false" flipV="false" rot="0">
              <a:off x="0" y="0"/>
              <a:ext cx="1347994" cy="1733534"/>
            </a:xfrm>
            <a:custGeom>
              <a:avLst/>
              <a:gdLst/>
              <a:ahLst/>
              <a:cxnLst/>
              <a:rect r="r" b="b" t="t" l="l"/>
              <a:pathLst>
                <a:path h="1733534" w="1347994">
                  <a:moveTo>
                    <a:pt x="77144" y="0"/>
                  </a:moveTo>
                  <a:lnTo>
                    <a:pt x="1270850" y="0"/>
                  </a:lnTo>
                  <a:cubicBezTo>
                    <a:pt x="1291310" y="0"/>
                    <a:pt x="1310932" y="8128"/>
                    <a:pt x="1325399" y="22595"/>
                  </a:cubicBezTo>
                  <a:cubicBezTo>
                    <a:pt x="1339866" y="37062"/>
                    <a:pt x="1347994" y="56684"/>
                    <a:pt x="1347994" y="77144"/>
                  </a:cubicBezTo>
                  <a:lnTo>
                    <a:pt x="1347994" y="1656390"/>
                  </a:lnTo>
                  <a:cubicBezTo>
                    <a:pt x="1347994" y="1676850"/>
                    <a:pt x="1339866" y="1696472"/>
                    <a:pt x="1325399" y="1710939"/>
                  </a:cubicBezTo>
                  <a:cubicBezTo>
                    <a:pt x="1310932" y="1725407"/>
                    <a:pt x="1291310" y="1733534"/>
                    <a:pt x="1270850" y="1733534"/>
                  </a:cubicBezTo>
                  <a:lnTo>
                    <a:pt x="77144" y="1733534"/>
                  </a:lnTo>
                  <a:cubicBezTo>
                    <a:pt x="56684" y="1733534"/>
                    <a:pt x="37062" y="1725407"/>
                    <a:pt x="22595" y="1710939"/>
                  </a:cubicBezTo>
                  <a:cubicBezTo>
                    <a:pt x="8128" y="1696472"/>
                    <a:pt x="0" y="1676850"/>
                    <a:pt x="0" y="1656390"/>
                  </a:cubicBezTo>
                  <a:lnTo>
                    <a:pt x="0" y="77144"/>
                  </a:lnTo>
                  <a:cubicBezTo>
                    <a:pt x="0" y="56684"/>
                    <a:pt x="8128" y="37062"/>
                    <a:pt x="22595" y="22595"/>
                  </a:cubicBezTo>
                  <a:cubicBezTo>
                    <a:pt x="37062" y="8128"/>
                    <a:pt x="56684" y="0"/>
                    <a:pt x="77144" y="0"/>
                  </a:cubicBezTo>
                  <a:close/>
                </a:path>
              </a:pathLst>
            </a:custGeom>
            <a:solidFill>
              <a:srgbClr val="FFFFFF">
                <a:alpha val="89804"/>
              </a:srgbClr>
            </a:solidFill>
            <a:ln w="85725" cap="rnd">
              <a:solidFill>
                <a:srgbClr val="000000">
                  <a:alpha val="89804"/>
                </a:srgbClr>
              </a:solidFill>
              <a:prstDash val="solid"/>
              <a:round/>
            </a:ln>
          </p:spPr>
        </p:sp>
        <p:sp>
          <p:nvSpPr>
            <p:cNvPr name="TextBox 20" id="20"/>
            <p:cNvSpPr txBox="true"/>
            <p:nvPr/>
          </p:nvSpPr>
          <p:spPr>
            <a:xfrm>
              <a:off x="0" y="-38100"/>
              <a:ext cx="1347994" cy="1771634"/>
            </a:xfrm>
            <a:prstGeom prst="rect">
              <a:avLst/>
            </a:prstGeom>
          </p:spPr>
          <p:txBody>
            <a:bodyPr anchor="ctr" rtlCol="false" tIns="50800" lIns="50800" bIns="50800" rIns="50800"/>
            <a:lstStyle/>
            <a:p>
              <a:pPr algn="ctr">
                <a:lnSpc>
                  <a:spcPts val="2659"/>
                </a:lnSpc>
                <a:spcBef>
                  <a:spcPct val="0"/>
                </a:spcBef>
              </a:pPr>
            </a:p>
          </p:txBody>
        </p:sp>
      </p:grpSp>
      <p:sp>
        <p:nvSpPr>
          <p:cNvPr name="TextBox 21" id="21"/>
          <p:cNvSpPr txBox="true"/>
          <p:nvPr/>
        </p:nvSpPr>
        <p:spPr>
          <a:xfrm rot="0">
            <a:off x="6982611" y="3546703"/>
            <a:ext cx="4322777" cy="5367421"/>
          </a:xfrm>
          <a:prstGeom prst="rect">
            <a:avLst/>
          </a:prstGeom>
        </p:spPr>
        <p:txBody>
          <a:bodyPr anchor="t" rtlCol="false" tIns="0" lIns="0" bIns="0" rIns="0">
            <a:spAutoFit/>
          </a:bodyPr>
          <a:lstStyle/>
          <a:p>
            <a:pPr algn="l">
              <a:lnSpc>
                <a:spcPts val="3539"/>
              </a:lnSpc>
            </a:pPr>
            <a:r>
              <a:rPr lang="en-US" sz="2527">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22" id="22"/>
          <p:cNvSpPr txBox="true"/>
          <p:nvPr/>
        </p:nvSpPr>
        <p:spPr>
          <a:xfrm rot="0">
            <a:off x="8322629" y="2335525"/>
            <a:ext cx="1642742" cy="1530141"/>
          </a:xfrm>
          <a:prstGeom prst="rect">
            <a:avLst/>
          </a:prstGeom>
        </p:spPr>
        <p:txBody>
          <a:bodyPr anchor="t" rtlCol="false" tIns="0" lIns="0" bIns="0" rIns="0">
            <a:spAutoFit/>
          </a:bodyPr>
          <a:lstStyle/>
          <a:p>
            <a:pPr algn="ctr">
              <a:lnSpc>
                <a:spcPts val="12481"/>
              </a:lnSpc>
            </a:pPr>
            <a:r>
              <a:rPr lang="en-US" sz="8915">
                <a:solidFill>
                  <a:srgbClr val="000000"/>
                </a:solidFill>
                <a:latin typeface="Pixelated"/>
                <a:ea typeface="Pixelated"/>
                <a:cs typeface="Pixelated"/>
                <a:sym typeface="Pixelated"/>
              </a:rPr>
              <a:t>2</a:t>
            </a:r>
          </a:p>
        </p:txBody>
      </p:sp>
      <p:grpSp>
        <p:nvGrpSpPr>
          <p:cNvPr name="Group 23" id="23"/>
          <p:cNvGrpSpPr/>
          <p:nvPr/>
        </p:nvGrpSpPr>
        <p:grpSpPr>
          <a:xfrm rot="0">
            <a:off x="12141233" y="2749644"/>
            <a:ext cx="5118165" cy="6582013"/>
            <a:chOff x="0" y="0"/>
            <a:chExt cx="1347994" cy="1733534"/>
          </a:xfrm>
        </p:grpSpPr>
        <p:sp>
          <p:nvSpPr>
            <p:cNvPr name="Freeform 24" id="24"/>
            <p:cNvSpPr/>
            <p:nvPr/>
          </p:nvSpPr>
          <p:spPr>
            <a:xfrm flipH="false" flipV="false" rot="0">
              <a:off x="0" y="0"/>
              <a:ext cx="1347994" cy="1733534"/>
            </a:xfrm>
            <a:custGeom>
              <a:avLst/>
              <a:gdLst/>
              <a:ahLst/>
              <a:cxnLst/>
              <a:rect r="r" b="b" t="t" l="l"/>
              <a:pathLst>
                <a:path h="1733534" w="1347994">
                  <a:moveTo>
                    <a:pt x="77144" y="0"/>
                  </a:moveTo>
                  <a:lnTo>
                    <a:pt x="1270850" y="0"/>
                  </a:lnTo>
                  <a:cubicBezTo>
                    <a:pt x="1291310" y="0"/>
                    <a:pt x="1310932" y="8128"/>
                    <a:pt x="1325399" y="22595"/>
                  </a:cubicBezTo>
                  <a:cubicBezTo>
                    <a:pt x="1339866" y="37062"/>
                    <a:pt x="1347994" y="56684"/>
                    <a:pt x="1347994" y="77144"/>
                  </a:cubicBezTo>
                  <a:lnTo>
                    <a:pt x="1347994" y="1656390"/>
                  </a:lnTo>
                  <a:cubicBezTo>
                    <a:pt x="1347994" y="1676850"/>
                    <a:pt x="1339866" y="1696472"/>
                    <a:pt x="1325399" y="1710939"/>
                  </a:cubicBezTo>
                  <a:cubicBezTo>
                    <a:pt x="1310932" y="1725407"/>
                    <a:pt x="1291310" y="1733534"/>
                    <a:pt x="1270850" y="1733534"/>
                  </a:cubicBezTo>
                  <a:lnTo>
                    <a:pt x="77144" y="1733534"/>
                  </a:lnTo>
                  <a:cubicBezTo>
                    <a:pt x="56684" y="1733534"/>
                    <a:pt x="37062" y="1725407"/>
                    <a:pt x="22595" y="1710939"/>
                  </a:cubicBezTo>
                  <a:cubicBezTo>
                    <a:pt x="8128" y="1696472"/>
                    <a:pt x="0" y="1676850"/>
                    <a:pt x="0" y="1656390"/>
                  </a:cubicBezTo>
                  <a:lnTo>
                    <a:pt x="0" y="77144"/>
                  </a:lnTo>
                  <a:cubicBezTo>
                    <a:pt x="0" y="56684"/>
                    <a:pt x="8128" y="37062"/>
                    <a:pt x="22595" y="22595"/>
                  </a:cubicBezTo>
                  <a:cubicBezTo>
                    <a:pt x="37062" y="8128"/>
                    <a:pt x="56684" y="0"/>
                    <a:pt x="77144" y="0"/>
                  </a:cubicBezTo>
                  <a:close/>
                </a:path>
              </a:pathLst>
            </a:custGeom>
            <a:solidFill>
              <a:srgbClr val="FFFFFF">
                <a:alpha val="89804"/>
              </a:srgbClr>
            </a:solidFill>
            <a:ln w="85725" cap="rnd">
              <a:solidFill>
                <a:srgbClr val="000000">
                  <a:alpha val="89804"/>
                </a:srgbClr>
              </a:solidFill>
              <a:prstDash val="solid"/>
              <a:round/>
            </a:ln>
          </p:spPr>
        </p:sp>
        <p:sp>
          <p:nvSpPr>
            <p:cNvPr name="TextBox 25" id="25"/>
            <p:cNvSpPr txBox="true"/>
            <p:nvPr/>
          </p:nvSpPr>
          <p:spPr>
            <a:xfrm>
              <a:off x="0" y="-38100"/>
              <a:ext cx="1347994" cy="1771634"/>
            </a:xfrm>
            <a:prstGeom prst="rect">
              <a:avLst/>
            </a:prstGeom>
          </p:spPr>
          <p:txBody>
            <a:bodyPr anchor="ctr" rtlCol="false" tIns="50800" lIns="50800" bIns="50800" rIns="50800"/>
            <a:lstStyle/>
            <a:p>
              <a:pPr algn="ctr">
                <a:lnSpc>
                  <a:spcPts val="2659"/>
                </a:lnSpc>
                <a:spcBef>
                  <a:spcPct val="0"/>
                </a:spcBef>
              </a:pPr>
            </a:p>
          </p:txBody>
        </p:sp>
      </p:grpSp>
      <p:sp>
        <p:nvSpPr>
          <p:cNvPr name="TextBox 26" id="26"/>
          <p:cNvSpPr txBox="true"/>
          <p:nvPr/>
        </p:nvSpPr>
        <p:spPr>
          <a:xfrm rot="0">
            <a:off x="12538927" y="3620060"/>
            <a:ext cx="4322777" cy="5367421"/>
          </a:xfrm>
          <a:prstGeom prst="rect">
            <a:avLst/>
          </a:prstGeom>
        </p:spPr>
        <p:txBody>
          <a:bodyPr anchor="t" rtlCol="false" tIns="0" lIns="0" bIns="0" rIns="0">
            <a:spAutoFit/>
          </a:bodyPr>
          <a:lstStyle/>
          <a:p>
            <a:pPr algn="l">
              <a:lnSpc>
                <a:spcPts val="3539"/>
              </a:lnSpc>
            </a:pPr>
            <a:r>
              <a:rPr lang="en-US" sz="2527">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27" id="27"/>
          <p:cNvSpPr txBox="true"/>
          <p:nvPr/>
        </p:nvSpPr>
        <p:spPr>
          <a:xfrm rot="0">
            <a:off x="13878944" y="2408882"/>
            <a:ext cx="1642742" cy="1530141"/>
          </a:xfrm>
          <a:prstGeom prst="rect">
            <a:avLst/>
          </a:prstGeom>
        </p:spPr>
        <p:txBody>
          <a:bodyPr anchor="t" rtlCol="false" tIns="0" lIns="0" bIns="0" rIns="0">
            <a:spAutoFit/>
          </a:bodyPr>
          <a:lstStyle/>
          <a:p>
            <a:pPr algn="ctr">
              <a:lnSpc>
                <a:spcPts val="12481"/>
              </a:lnSpc>
            </a:pPr>
            <a:r>
              <a:rPr lang="en-US" sz="8915">
                <a:solidFill>
                  <a:srgbClr val="000000"/>
                </a:solidFill>
                <a:latin typeface="Pixelated"/>
                <a:ea typeface="Pixelated"/>
                <a:cs typeface="Pixelated"/>
                <a:sym typeface="Pixelated"/>
              </a:rPr>
              <a:t>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Data Analysis</a:t>
            </a:r>
          </a:p>
        </p:txBody>
      </p:sp>
      <p:grpSp>
        <p:nvGrpSpPr>
          <p:cNvPr name="Group 13" id="13"/>
          <p:cNvGrpSpPr/>
          <p:nvPr/>
        </p:nvGrpSpPr>
        <p:grpSpPr>
          <a:xfrm rot="0">
            <a:off x="1028700" y="2908051"/>
            <a:ext cx="16230600" cy="6423605"/>
            <a:chOff x="0" y="0"/>
            <a:chExt cx="4274726" cy="1691814"/>
          </a:xfrm>
        </p:grpSpPr>
        <p:sp>
          <p:nvSpPr>
            <p:cNvPr name="Freeform 14" id="14"/>
            <p:cNvSpPr/>
            <p:nvPr/>
          </p:nvSpPr>
          <p:spPr>
            <a:xfrm flipH="false" flipV="false" rot="0">
              <a:off x="0" y="0"/>
              <a:ext cx="4274726" cy="1691814"/>
            </a:xfrm>
            <a:custGeom>
              <a:avLst/>
              <a:gdLst/>
              <a:ahLst/>
              <a:cxnLst/>
              <a:rect r="r" b="b" t="t" l="l"/>
              <a:pathLst>
                <a:path h="1691814" w="4274726">
                  <a:moveTo>
                    <a:pt x="24327" y="0"/>
                  </a:moveTo>
                  <a:lnTo>
                    <a:pt x="4250399" y="0"/>
                  </a:lnTo>
                  <a:cubicBezTo>
                    <a:pt x="4263834" y="0"/>
                    <a:pt x="4274726" y="10891"/>
                    <a:pt x="4274726" y="24327"/>
                  </a:cubicBezTo>
                  <a:lnTo>
                    <a:pt x="4274726" y="1667487"/>
                  </a:lnTo>
                  <a:cubicBezTo>
                    <a:pt x="4274726" y="1680922"/>
                    <a:pt x="4263834" y="1691814"/>
                    <a:pt x="4250399" y="1691814"/>
                  </a:cubicBezTo>
                  <a:lnTo>
                    <a:pt x="24327" y="1691814"/>
                  </a:lnTo>
                  <a:cubicBezTo>
                    <a:pt x="10891" y="1691814"/>
                    <a:pt x="0" y="1680922"/>
                    <a:pt x="0" y="1667487"/>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4274726" cy="1729914"/>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427381" y="3319078"/>
            <a:ext cx="9438969" cy="5544402"/>
          </a:xfrm>
          <a:prstGeom prst="rect">
            <a:avLst/>
          </a:prstGeom>
        </p:spPr>
        <p:txBody>
          <a:bodyPr anchor="t" rtlCol="false" tIns="0" lIns="0" bIns="0" rIns="0">
            <a:spAutoFit/>
          </a:bodyPr>
          <a:lstStyle/>
          <a:p>
            <a:pPr algn="l">
              <a:lnSpc>
                <a:spcPts val="3657"/>
              </a:lnSpc>
            </a:pPr>
            <a:r>
              <a:rPr lang="en-US" sz="2612">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a:p>
            <a:pPr algn="l">
              <a:lnSpc>
                <a:spcPts val="3657"/>
              </a:lnSpc>
            </a:pPr>
          </a:p>
          <a:p>
            <a:pPr algn="l">
              <a:lnSpc>
                <a:spcPts val="3657"/>
              </a:lnSpc>
            </a:pPr>
            <a:r>
              <a:rPr lang="en-US" sz="2612">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pic>
        <p:nvPicPr>
          <p:cNvPr name="Picture 17" id="17"/>
          <p:cNvPicPr>
            <a:picLocks noChangeAspect="true"/>
          </p:cNvPicPr>
          <p:nvPr/>
        </p:nvPicPr>
        <p:blipFill>
          <a:blip r:embed="rId17"/>
          <a:stretch>
            <a:fillRect/>
          </a:stretch>
        </p:blipFill>
        <p:spPr>
          <a:xfrm rot="0">
            <a:off x="10891918" y="3342809"/>
            <a:ext cx="6198955" cy="5832358"/>
          </a:xfrm>
          <a:prstGeom prst="rect">
            <a:avLst/>
          </a:prstGeom>
        </p:spPr>
      </p:pic>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2" id="12"/>
          <p:cNvGrpSpPr/>
          <p:nvPr/>
        </p:nvGrpSpPr>
        <p:grpSpPr>
          <a:xfrm rot="0">
            <a:off x="1028700" y="2908051"/>
            <a:ext cx="16230600" cy="5814264"/>
            <a:chOff x="0" y="0"/>
            <a:chExt cx="4274726" cy="1531329"/>
          </a:xfrm>
        </p:grpSpPr>
        <p:sp>
          <p:nvSpPr>
            <p:cNvPr name="Freeform 13" id="13"/>
            <p:cNvSpPr/>
            <p:nvPr/>
          </p:nvSpPr>
          <p:spPr>
            <a:xfrm flipH="false" flipV="false" rot="0">
              <a:off x="0" y="0"/>
              <a:ext cx="4274726" cy="1531329"/>
            </a:xfrm>
            <a:custGeom>
              <a:avLst/>
              <a:gdLst/>
              <a:ahLst/>
              <a:cxnLst/>
              <a:rect r="r" b="b" t="t" l="l"/>
              <a:pathLst>
                <a:path h="1531329" w="4274726">
                  <a:moveTo>
                    <a:pt x="24327" y="0"/>
                  </a:moveTo>
                  <a:lnTo>
                    <a:pt x="4250399" y="0"/>
                  </a:lnTo>
                  <a:cubicBezTo>
                    <a:pt x="4263834" y="0"/>
                    <a:pt x="4274726" y="10891"/>
                    <a:pt x="4274726" y="24327"/>
                  </a:cubicBezTo>
                  <a:lnTo>
                    <a:pt x="4274726" y="1507002"/>
                  </a:lnTo>
                  <a:cubicBezTo>
                    <a:pt x="4274726" y="1520437"/>
                    <a:pt x="4263834" y="1531329"/>
                    <a:pt x="4250399" y="1531329"/>
                  </a:cubicBezTo>
                  <a:lnTo>
                    <a:pt x="24327" y="1531329"/>
                  </a:lnTo>
                  <a:cubicBezTo>
                    <a:pt x="10891" y="1531329"/>
                    <a:pt x="0" y="1520437"/>
                    <a:pt x="0" y="1507002"/>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4" id="14"/>
            <p:cNvSpPr txBox="true"/>
            <p:nvPr/>
          </p:nvSpPr>
          <p:spPr>
            <a:xfrm>
              <a:off x="0" y="-38100"/>
              <a:ext cx="4274726" cy="1569429"/>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0">
            <a:off x="1789906" y="3488556"/>
            <a:ext cx="815696" cy="690982"/>
          </a:xfrm>
          <a:custGeom>
            <a:avLst/>
            <a:gdLst/>
            <a:ahLst/>
            <a:cxnLst/>
            <a:rect r="r" b="b" t="t" l="l"/>
            <a:pathLst>
              <a:path h="690982" w="815696">
                <a:moveTo>
                  <a:pt x="0" y="0"/>
                </a:moveTo>
                <a:lnTo>
                  <a:pt x="815697" y="0"/>
                </a:lnTo>
                <a:lnTo>
                  <a:pt x="815697" y="690983"/>
                </a:lnTo>
                <a:lnTo>
                  <a:pt x="0" y="690983"/>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6" id="16"/>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Result</a:t>
            </a:r>
          </a:p>
        </p:txBody>
      </p:sp>
      <p:sp>
        <p:nvSpPr>
          <p:cNvPr name="TextBox 17" id="17"/>
          <p:cNvSpPr txBox="true"/>
          <p:nvPr/>
        </p:nvSpPr>
        <p:spPr>
          <a:xfrm rot="0">
            <a:off x="2925880" y="3479031"/>
            <a:ext cx="14047800" cy="2040890"/>
          </a:xfrm>
          <a:prstGeom prst="rect">
            <a:avLst/>
          </a:prstGeom>
        </p:spPr>
        <p:txBody>
          <a:bodyPr anchor="t" rtlCol="false" tIns="0" lIns="0" bIns="0" rIns="0">
            <a:spAutoFit/>
          </a:bodyPr>
          <a:lstStyle/>
          <a:p>
            <a:pPr algn="l">
              <a:lnSpc>
                <a:spcPts val="4060"/>
              </a:lnSpc>
            </a:pPr>
            <a:r>
              <a:rPr lang="en-US" sz="2900">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a:t>
            </a:r>
          </a:p>
        </p:txBody>
      </p:sp>
      <p:sp>
        <p:nvSpPr>
          <p:cNvPr name="TextBox 18" id="18"/>
          <p:cNvSpPr txBox="true"/>
          <p:nvPr/>
        </p:nvSpPr>
        <p:spPr>
          <a:xfrm rot="0">
            <a:off x="2925880" y="6097064"/>
            <a:ext cx="14047800" cy="2040890"/>
          </a:xfrm>
          <a:prstGeom prst="rect">
            <a:avLst/>
          </a:prstGeom>
        </p:spPr>
        <p:txBody>
          <a:bodyPr anchor="t" rtlCol="false" tIns="0" lIns="0" bIns="0" rIns="0">
            <a:spAutoFit/>
          </a:bodyPr>
          <a:lstStyle/>
          <a:p>
            <a:pPr algn="l">
              <a:lnSpc>
                <a:spcPts val="4060"/>
              </a:lnSpc>
            </a:pPr>
            <a:r>
              <a:rPr lang="en-US" sz="2900">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
        <p:nvSpPr>
          <p:cNvPr name="Freeform 19" id="19"/>
          <p:cNvSpPr/>
          <p:nvPr/>
        </p:nvSpPr>
        <p:spPr>
          <a:xfrm flipH="false" flipV="false" rot="0">
            <a:off x="1713706" y="6105436"/>
            <a:ext cx="815696" cy="690982"/>
          </a:xfrm>
          <a:custGeom>
            <a:avLst/>
            <a:gdLst/>
            <a:ahLst/>
            <a:cxnLst/>
            <a:rect r="r" b="b" t="t" l="l"/>
            <a:pathLst>
              <a:path h="690982" w="815696">
                <a:moveTo>
                  <a:pt x="0" y="0"/>
                </a:moveTo>
                <a:lnTo>
                  <a:pt x="815697" y="0"/>
                </a:lnTo>
                <a:lnTo>
                  <a:pt x="815697" y="690982"/>
                </a:lnTo>
                <a:lnTo>
                  <a:pt x="0" y="69098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grpSp>
        <p:nvGrpSpPr>
          <p:cNvPr name="Group 12" id="12"/>
          <p:cNvGrpSpPr/>
          <p:nvPr/>
        </p:nvGrpSpPr>
        <p:grpSpPr>
          <a:xfrm rot="0">
            <a:off x="1028700" y="2908051"/>
            <a:ext cx="10739597" cy="6423605"/>
            <a:chOff x="0" y="0"/>
            <a:chExt cx="2828536" cy="1691814"/>
          </a:xfrm>
        </p:grpSpPr>
        <p:sp>
          <p:nvSpPr>
            <p:cNvPr name="Freeform 13" id="13"/>
            <p:cNvSpPr/>
            <p:nvPr/>
          </p:nvSpPr>
          <p:spPr>
            <a:xfrm flipH="false" flipV="false" rot="0">
              <a:off x="0" y="0"/>
              <a:ext cx="2828536" cy="1691814"/>
            </a:xfrm>
            <a:custGeom>
              <a:avLst/>
              <a:gdLst/>
              <a:ahLst/>
              <a:cxnLst/>
              <a:rect r="r" b="b" t="t" l="l"/>
              <a:pathLst>
                <a:path h="1691814" w="2828536">
                  <a:moveTo>
                    <a:pt x="36765" y="0"/>
                  </a:moveTo>
                  <a:lnTo>
                    <a:pt x="2791771" y="0"/>
                  </a:lnTo>
                  <a:cubicBezTo>
                    <a:pt x="2812076" y="0"/>
                    <a:pt x="2828536" y="16460"/>
                    <a:pt x="2828536" y="36765"/>
                  </a:cubicBezTo>
                  <a:lnTo>
                    <a:pt x="2828536" y="1655049"/>
                  </a:lnTo>
                  <a:cubicBezTo>
                    <a:pt x="2828536" y="1675354"/>
                    <a:pt x="2812076" y="1691814"/>
                    <a:pt x="2791771" y="1691814"/>
                  </a:cubicBezTo>
                  <a:lnTo>
                    <a:pt x="36765" y="1691814"/>
                  </a:lnTo>
                  <a:cubicBezTo>
                    <a:pt x="16460" y="1691814"/>
                    <a:pt x="0" y="1675354"/>
                    <a:pt x="0" y="1655049"/>
                  </a:cubicBezTo>
                  <a:lnTo>
                    <a:pt x="0" y="36765"/>
                  </a:lnTo>
                  <a:cubicBezTo>
                    <a:pt x="0" y="16460"/>
                    <a:pt x="16460" y="0"/>
                    <a:pt x="36765" y="0"/>
                  </a:cubicBezTo>
                  <a:close/>
                </a:path>
              </a:pathLst>
            </a:custGeom>
            <a:solidFill>
              <a:srgbClr val="FFFFFF">
                <a:alpha val="89804"/>
              </a:srgbClr>
            </a:solidFill>
            <a:ln w="85725" cap="rnd">
              <a:solidFill>
                <a:srgbClr val="000000">
                  <a:alpha val="89804"/>
                </a:srgbClr>
              </a:solidFill>
              <a:prstDash val="solid"/>
              <a:round/>
            </a:ln>
          </p:spPr>
        </p:sp>
        <p:sp>
          <p:nvSpPr>
            <p:cNvPr name="TextBox 14" id="14"/>
            <p:cNvSpPr txBox="true"/>
            <p:nvPr/>
          </p:nvSpPr>
          <p:spPr>
            <a:xfrm>
              <a:off x="0" y="-38100"/>
              <a:ext cx="2828536" cy="1729914"/>
            </a:xfrm>
            <a:prstGeom prst="rect">
              <a:avLst/>
            </a:prstGeom>
          </p:spPr>
          <p:txBody>
            <a:bodyPr anchor="ctr" rtlCol="false" tIns="50800" lIns="50800" bIns="50800" rIns="50800"/>
            <a:lstStyle/>
            <a:p>
              <a:pPr algn="ctr">
                <a:lnSpc>
                  <a:spcPts val="2659"/>
                </a:lnSpc>
                <a:spcBef>
                  <a:spcPct val="0"/>
                </a:spcBef>
              </a:pPr>
            </a:p>
          </p:txBody>
        </p:sp>
      </p:grpSp>
      <p:sp>
        <p:nvSpPr>
          <p:cNvPr name="TextBox 15" id="15"/>
          <p:cNvSpPr txBox="true"/>
          <p:nvPr/>
        </p:nvSpPr>
        <p:spPr>
          <a:xfrm rot="0">
            <a:off x="1713706" y="3319078"/>
            <a:ext cx="9438969" cy="5544402"/>
          </a:xfrm>
          <a:prstGeom prst="rect">
            <a:avLst/>
          </a:prstGeom>
        </p:spPr>
        <p:txBody>
          <a:bodyPr anchor="t" rtlCol="false" tIns="0" lIns="0" bIns="0" rIns="0">
            <a:spAutoFit/>
          </a:bodyPr>
          <a:lstStyle/>
          <a:p>
            <a:pPr algn="l">
              <a:lnSpc>
                <a:spcPts val="3657"/>
              </a:lnSpc>
            </a:pPr>
            <a:r>
              <a:rPr lang="en-US" sz="2612">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a:p>
            <a:pPr algn="l">
              <a:lnSpc>
                <a:spcPts val="3657"/>
              </a:lnSpc>
            </a:pPr>
          </a:p>
          <a:p>
            <a:pPr algn="l">
              <a:lnSpc>
                <a:spcPts val="3657"/>
              </a:lnSpc>
            </a:pPr>
            <a:r>
              <a:rPr lang="en-US" sz="2612">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grpSp>
        <p:nvGrpSpPr>
          <p:cNvPr name="Group 16" id="16"/>
          <p:cNvGrpSpPr/>
          <p:nvPr/>
        </p:nvGrpSpPr>
        <p:grpSpPr>
          <a:xfrm rot="0">
            <a:off x="12222785" y="3496669"/>
            <a:ext cx="5036515" cy="5246370"/>
            <a:chOff x="0" y="0"/>
            <a:chExt cx="6096000" cy="6350000"/>
          </a:xfrm>
        </p:grpSpPr>
        <p:sp>
          <p:nvSpPr>
            <p:cNvPr name="Freeform 17" id="17"/>
            <p:cNvSpPr/>
            <p:nvPr/>
          </p:nvSpPr>
          <p:spPr>
            <a:xfrm flipH="false" flipV="false" rot="0">
              <a:off x="0" y="0"/>
              <a:ext cx="6096000" cy="6350000"/>
            </a:xfrm>
            <a:custGeom>
              <a:avLst/>
              <a:gdLst/>
              <a:ahLst/>
              <a:cxnLst/>
              <a:rect r="r" b="b" t="t" l="l"/>
              <a:pathLst>
                <a:path h="6350000" w="6096000">
                  <a:moveTo>
                    <a:pt x="5969000" y="635000"/>
                  </a:moveTo>
                  <a:cubicBezTo>
                    <a:pt x="5969000" y="571500"/>
                    <a:pt x="5969000" y="444500"/>
                    <a:pt x="5969000" y="381000"/>
                  </a:cubicBezTo>
                  <a:lnTo>
                    <a:pt x="5842000" y="381000"/>
                  </a:lnTo>
                  <a:lnTo>
                    <a:pt x="5842000" y="254000"/>
                  </a:lnTo>
                  <a:lnTo>
                    <a:pt x="5715000" y="254000"/>
                  </a:lnTo>
                  <a:lnTo>
                    <a:pt x="5715000" y="127000"/>
                  </a:lnTo>
                  <a:cubicBezTo>
                    <a:pt x="5651500" y="127000"/>
                    <a:pt x="5524500" y="127000"/>
                    <a:pt x="5461000" y="127000"/>
                  </a:cubicBezTo>
                  <a:lnTo>
                    <a:pt x="5461000" y="0"/>
                  </a:lnTo>
                  <a:cubicBezTo>
                    <a:pt x="3853180" y="0"/>
                    <a:pt x="2242820" y="0"/>
                    <a:pt x="635000" y="0"/>
                  </a:cubicBezTo>
                  <a:lnTo>
                    <a:pt x="635000" y="127000"/>
                  </a:lnTo>
                  <a:cubicBezTo>
                    <a:pt x="571500" y="127000"/>
                    <a:pt x="444500" y="127000"/>
                    <a:pt x="381000" y="127000"/>
                  </a:cubicBezTo>
                  <a:lnTo>
                    <a:pt x="381000" y="254000"/>
                  </a:lnTo>
                  <a:lnTo>
                    <a:pt x="254000" y="254000"/>
                  </a:lnTo>
                  <a:lnTo>
                    <a:pt x="254000" y="381000"/>
                  </a:lnTo>
                  <a:lnTo>
                    <a:pt x="127000" y="381000"/>
                  </a:lnTo>
                  <a:cubicBezTo>
                    <a:pt x="127000" y="444500"/>
                    <a:pt x="127000" y="571500"/>
                    <a:pt x="127000" y="635000"/>
                  </a:cubicBezTo>
                  <a:lnTo>
                    <a:pt x="0" y="635000"/>
                  </a:lnTo>
                  <a:cubicBezTo>
                    <a:pt x="0" y="2327910"/>
                    <a:pt x="0" y="4022090"/>
                    <a:pt x="0" y="5715000"/>
                  </a:cubicBezTo>
                  <a:lnTo>
                    <a:pt x="127000" y="5715000"/>
                  </a:lnTo>
                  <a:cubicBezTo>
                    <a:pt x="127000" y="5778500"/>
                    <a:pt x="127000" y="5905500"/>
                    <a:pt x="127000" y="5969000"/>
                  </a:cubicBezTo>
                  <a:lnTo>
                    <a:pt x="254000" y="5969000"/>
                  </a:lnTo>
                  <a:lnTo>
                    <a:pt x="254000" y="6096000"/>
                  </a:lnTo>
                  <a:lnTo>
                    <a:pt x="381000" y="6096000"/>
                  </a:lnTo>
                  <a:lnTo>
                    <a:pt x="381000" y="6223000"/>
                  </a:lnTo>
                  <a:cubicBezTo>
                    <a:pt x="444500" y="6223000"/>
                    <a:pt x="571500" y="6223000"/>
                    <a:pt x="635000" y="6223000"/>
                  </a:cubicBezTo>
                  <a:lnTo>
                    <a:pt x="635000" y="6350000"/>
                  </a:lnTo>
                  <a:cubicBezTo>
                    <a:pt x="2242820" y="6350000"/>
                    <a:pt x="3853180" y="6350000"/>
                    <a:pt x="5461000" y="6350000"/>
                  </a:cubicBezTo>
                  <a:lnTo>
                    <a:pt x="5461000" y="6223000"/>
                  </a:lnTo>
                  <a:cubicBezTo>
                    <a:pt x="5524500" y="6223000"/>
                    <a:pt x="5651500" y="6223000"/>
                    <a:pt x="5715000" y="6223000"/>
                  </a:cubicBezTo>
                  <a:lnTo>
                    <a:pt x="5715000" y="6096000"/>
                  </a:lnTo>
                  <a:lnTo>
                    <a:pt x="5842000" y="6096000"/>
                  </a:lnTo>
                  <a:lnTo>
                    <a:pt x="5842000" y="5969000"/>
                  </a:lnTo>
                  <a:lnTo>
                    <a:pt x="5969000" y="5969000"/>
                  </a:lnTo>
                  <a:cubicBezTo>
                    <a:pt x="5969000" y="5905500"/>
                    <a:pt x="5969000" y="5778500"/>
                    <a:pt x="5969000" y="5715000"/>
                  </a:cubicBezTo>
                  <a:lnTo>
                    <a:pt x="6096000" y="5715000"/>
                  </a:lnTo>
                  <a:cubicBezTo>
                    <a:pt x="6096000" y="4022090"/>
                    <a:pt x="6096000" y="2327910"/>
                    <a:pt x="6096000" y="635000"/>
                  </a:cubicBezTo>
                  <a:lnTo>
                    <a:pt x="5969000" y="635000"/>
                  </a:lnTo>
                  <a:close/>
                </a:path>
              </a:pathLst>
            </a:custGeom>
            <a:blipFill>
              <a:blip r:embed="rId17"/>
              <a:stretch>
                <a:fillRect l="-42592" t="0" r="-42592" b="0"/>
              </a:stretch>
            </a:blipFill>
          </p:spPr>
        </p:sp>
      </p:grpSp>
      <p:sp>
        <p:nvSpPr>
          <p:cNvPr name="TextBox 18" id="18"/>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Conclusion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Introduction</a:t>
            </a:r>
          </a:p>
        </p:txBody>
      </p:sp>
      <p:grpSp>
        <p:nvGrpSpPr>
          <p:cNvPr name="Group 13" id="13"/>
          <p:cNvGrpSpPr/>
          <p:nvPr/>
        </p:nvGrpSpPr>
        <p:grpSpPr>
          <a:xfrm rot="0">
            <a:off x="1028700" y="2676287"/>
            <a:ext cx="16230600" cy="6655369"/>
            <a:chOff x="0" y="0"/>
            <a:chExt cx="4274726" cy="1752855"/>
          </a:xfrm>
        </p:grpSpPr>
        <p:sp>
          <p:nvSpPr>
            <p:cNvPr name="Freeform 14" id="14"/>
            <p:cNvSpPr/>
            <p:nvPr/>
          </p:nvSpPr>
          <p:spPr>
            <a:xfrm flipH="false" flipV="false" rot="0">
              <a:off x="0" y="0"/>
              <a:ext cx="4274726" cy="1752854"/>
            </a:xfrm>
            <a:custGeom>
              <a:avLst/>
              <a:gdLst/>
              <a:ahLst/>
              <a:cxnLst/>
              <a:rect r="r" b="b" t="t" l="l"/>
              <a:pathLst>
                <a:path h="1752854" w="4274726">
                  <a:moveTo>
                    <a:pt x="24327" y="0"/>
                  </a:moveTo>
                  <a:lnTo>
                    <a:pt x="4250399" y="0"/>
                  </a:lnTo>
                  <a:cubicBezTo>
                    <a:pt x="4263834" y="0"/>
                    <a:pt x="4274726" y="10891"/>
                    <a:pt x="4274726" y="24327"/>
                  </a:cubicBezTo>
                  <a:lnTo>
                    <a:pt x="4274726" y="1728528"/>
                  </a:lnTo>
                  <a:cubicBezTo>
                    <a:pt x="4274726" y="1741963"/>
                    <a:pt x="4263834" y="1752854"/>
                    <a:pt x="4250399" y="1752854"/>
                  </a:cubicBezTo>
                  <a:lnTo>
                    <a:pt x="24327" y="1752854"/>
                  </a:lnTo>
                  <a:cubicBezTo>
                    <a:pt x="10891" y="1752854"/>
                    <a:pt x="0" y="1741963"/>
                    <a:pt x="0" y="1728528"/>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4274726" cy="1790955"/>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2032065" y="3128076"/>
            <a:ext cx="14226178" cy="5675591"/>
          </a:xfrm>
          <a:prstGeom prst="rect">
            <a:avLst/>
          </a:prstGeom>
        </p:spPr>
        <p:txBody>
          <a:bodyPr anchor="t" rtlCol="false" tIns="0" lIns="0" bIns="0" rIns="0">
            <a:spAutoFit/>
          </a:bodyPr>
          <a:lstStyle/>
          <a:p>
            <a:pPr algn="ctr">
              <a:lnSpc>
                <a:spcPts val="4516"/>
              </a:lnSpc>
            </a:pPr>
            <a:r>
              <a:rPr lang="en-US" sz="3225">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a:p>
            <a:pPr algn="ctr">
              <a:lnSpc>
                <a:spcPts val="4516"/>
              </a:lnSpc>
            </a:pPr>
          </a:p>
          <a:p>
            <a:pPr algn="ctr">
              <a:lnSpc>
                <a:spcPts val="4516"/>
              </a:lnSpc>
            </a:pPr>
            <a:r>
              <a:rPr lang="en-US" sz="3225">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5707937" y="-877552"/>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2032065" y="-2934952"/>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2032065" y="-1624284"/>
            <a:ext cx="6121531" cy="2771384"/>
          </a:xfrm>
          <a:custGeom>
            <a:avLst/>
            <a:gdLst/>
            <a:ahLst/>
            <a:cxnLst/>
            <a:rect r="r" b="b" t="t" l="l"/>
            <a:pathLst>
              <a:path h="2771384" w="6121531">
                <a:moveTo>
                  <a:pt x="0" y="0"/>
                </a:moveTo>
                <a:lnTo>
                  <a:pt x="6121530" y="0"/>
                </a:lnTo>
                <a:lnTo>
                  <a:pt x="6121530"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12" id="12"/>
          <p:cNvSpPr txBox="true"/>
          <p:nvPr/>
        </p:nvSpPr>
        <p:spPr>
          <a:xfrm rot="0">
            <a:off x="1713706" y="1004225"/>
            <a:ext cx="14860587" cy="1226752"/>
          </a:xfrm>
          <a:prstGeom prst="rect">
            <a:avLst/>
          </a:prstGeom>
        </p:spPr>
        <p:txBody>
          <a:bodyPr anchor="t" rtlCol="false" tIns="0" lIns="0" bIns="0" rIns="0">
            <a:spAutoFit/>
          </a:bodyPr>
          <a:lstStyle/>
          <a:p>
            <a:pPr algn="ctr">
              <a:lnSpc>
                <a:spcPts val="10006"/>
              </a:lnSpc>
            </a:pPr>
            <a:r>
              <a:rPr lang="en-US" sz="7147">
                <a:solidFill>
                  <a:srgbClr val="FFFFFF"/>
                </a:solidFill>
                <a:latin typeface="Press Start 2P"/>
                <a:ea typeface="Press Start 2P"/>
                <a:cs typeface="Press Start 2P"/>
                <a:sym typeface="Press Start 2P"/>
              </a:rPr>
              <a:t>Background</a:t>
            </a:r>
          </a:p>
        </p:txBody>
      </p:sp>
      <p:grpSp>
        <p:nvGrpSpPr>
          <p:cNvPr name="Group 13" id="13"/>
          <p:cNvGrpSpPr/>
          <p:nvPr/>
        </p:nvGrpSpPr>
        <p:grpSpPr>
          <a:xfrm rot="0">
            <a:off x="1028700" y="2676287"/>
            <a:ext cx="16230600" cy="6046028"/>
            <a:chOff x="0" y="0"/>
            <a:chExt cx="4274726" cy="1592370"/>
          </a:xfrm>
        </p:grpSpPr>
        <p:sp>
          <p:nvSpPr>
            <p:cNvPr name="Freeform 14" id="14"/>
            <p:cNvSpPr/>
            <p:nvPr/>
          </p:nvSpPr>
          <p:spPr>
            <a:xfrm flipH="false" flipV="false" rot="0">
              <a:off x="0" y="0"/>
              <a:ext cx="4274726" cy="1592370"/>
            </a:xfrm>
            <a:custGeom>
              <a:avLst/>
              <a:gdLst/>
              <a:ahLst/>
              <a:cxnLst/>
              <a:rect r="r" b="b" t="t" l="l"/>
              <a:pathLst>
                <a:path h="1592370" w="4274726">
                  <a:moveTo>
                    <a:pt x="24327" y="0"/>
                  </a:moveTo>
                  <a:lnTo>
                    <a:pt x="4250399" y="0"/>
                  </a:lnTo>
                  <a:cubicBezTo>
                    <a:pt x="4263834" y="0"/>
                    <a:pt x="4274726" y="10891"/>
                    <a:pt x="4274726" y="24327"/>
                  </a:cubicBezTo>
                  <a:lnTo>
                    <a:pt x="4274726" y="1568043"/>
                  </a:lnTo>
                  <a:cubicBezTo>
                    <a:pt x="4274726" y="1581478"/>
                    <a:pt x="4263834" y="1592370"/>
                    <a:pt x="4250399" y="1592370"/>
                  </a:cubicBezTo>
                  <a:lnTo>
                    <a:pt x="24327" y="1592370"/>
                  </a:lnTo>
                  <a:cubicBezTo>
                    <a:pt x="10891" y="1592370"/>
                    <a:pt x="0" y="1581478"/>
                    <a:pt x="0" y="1568043"/>
                  </a:cubicBezTo>
                  <a:lnTo>
                    <a:pt x="0" y="24327"/>
                  </a:lnTo>
                  <a:cubicBezTo>
                    <a:pt x="0" y="10891"/>
                    <a:pt x="10891" y="0"/>
                    <a:pt x="24327" y="0"/>
                  </a:cubicBezTo>
                  <a:close/>
                </a:path>
              </a:pathLst>
            </a:custGeom>
            <a:solidFill>
              <a:srgbClr val="FFFFFF">
                <a:alpha val="89804"/>
              </a:srgbClr>
            </a:solidFill>
            <a:ln w="85725" cap="rnd">
              <a:solidFill>
                <a:srgbClr val="000000">
                  <a:alpha val="89804"/>
                </a:srgbClr>
              </a:solidFill>
              <a:prstDash val="solid"/>
              <a:round/>
            </a:ln>
          </p:spPr>
        </p:sp>
        <p:sp>
          <p:nvSpPr>
            <p:cNvPr name="TextBox 15" id="15"/>
            <p:cNvSpPr txBox="true"/>
            <p:nvPr/>
          </p:nvSpPr>
          <p:spPr>
            <a:xfrm>
              <a:off x="0" y="-38100"/>
              <a:ext cx="4274726" cy="1630470"/>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1646761" y="3158864"/>
            <a:ext cx="14994478" cy="5137766"/>
          </a:xfrm>
          <a:prstGeom prst="rect">
            <a:avLst/>
          </a:prstGeom>
        </p:spPr>
        <p:txBody>
          <a:bodyPr anchor="t" rtlCol="false" tIns="0" lIns="0" bIns="0" rIns="0">
            <a:spAutoFit/>
          </a:bodyPr>
          <a:lstStyle/>
          <a:p>
            <a:pPr algn="l">
              <a:lnSpc>
                <a:spcPts val="4516"/>
              </a:lnSpc>
            </a:pPr>
            <a:r>
              <a:rPr lang="en-US" sz="3225">
                <a:solidFill>
                  <a:srgbClr val="000000"/>
                </a:solidFill>
                <a:latin typeface="Pixelated"/>
                <a:ea typeface="Pixelated"/>
                <a:cs typeface="Pixelated"/>
                <a:sym typeface="Pixelated"/>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a:t>
            </a:r>
          </a:p>
          <a:p>
            <a:pPr algn="l">
              <a:lnSpc>
                <a:spcPts val="4516"/>
              </a:lnSpc>
            </a:pPr>
          </a:p>
          <a:p>
            <a:pPr algn="l">
              <a:lnSpc>
                <a:spcPts val="4516"/>
              </a:lnSpc>
            </a:pPr>
            <a:r>
              <a:rPr lang="en-US" sz="3225">
                <a:solidFill>
                  <a:srgbClr val="000000"/>
                </a:solidFill>
                <a:latin typeface="Pixelated"/>
                <a:ea typeface="Pixelated"/>
                <a:cs typeface="Pixelated"/>
                <a:sym typeface="Pixelated"/>
              </a:rPr>
              <a:t>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888" r="0" b="-8888"/>
            </a:stretch>
          </a:blipFill>
        </p:spPr>
      </p:sp>
      <p:sp>
        <p:nvSpPr>
          <p:cNvPr name="Freeform 3" id="3"/>
          <p:cNvSpPr/>
          <p:nvPr/>
        </p:nvSpPr>
        <p:spPr>
          <a:xfrm flipH="false" flipV="false" rot="0">
            <a:off x="-283072" y="3186320"/>
            <a:ext cx="18571072" cy="6145337"/>
          </a:xfrm>
          <a:custGeom>
            <a:avLst/>
            <a:gdLst/>
            <a:ahLst/>
            <a:cxnLst/>
            <a:rect r="r" b="b" t="t" l="l"/>
            <a:pathLst>
              <a:path h="6145337" w="18571072">
                <a:moveTo>
                  <a:pt x="0" y="0"/>
                </a:moveTo>
                <a:lnTo>
                  <a:pt x="18571072" y="0"/>
                </a:lnTo>
                <a:lnTo>
                  <a:pt x="18571072" y="6145337"/>
                </a:lnTo>
                <a:lnTo>
                  <a:pt x="0" y="614533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1219628" y="8722316"/>
            <a:ext cx="20727257" cy="1564684"/>
            <a:chOff x="0" y="0"/>
            <a:chExt cx="27636342" cy="2086246"/>
          </a:xfrm>
        </p:grpSpPr>
        <p:sp>
          <p:nvSpPr>
            <p:cNvPr name="Freeform 5" id="5"/>
            <p:cNvSpPr/>
            <p:nvPr/>
          </p:nvSpPr>
          <p:spPr>
            <a:xfrm flipH="false" flipV="false" rot="0">
              <a:off x="0"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3811821" y="0"/>
              <a:ext cx="13824521" cy="2086246"/>
            </a:xfrm>
            <a:custGeom>
              <a:avLst/>
              <a:gdLst/>
              <a:ahLst/>
              <a:cxnLst/>
              <a:rect r="r" b="b" t="t" l="l"/>
              <a:pathLst>
                <a:path h="2086246" w="13824521">
                  <a:moveTo>
                    <a:pt x="0" y="0"/>
                  </a:moveTo>
                  <a:lnTo>
                    <a:pt x="13824521" y="0"/>
                  </a:lnTo>
                  <a:lnTo>
                    <a:pt x="13824521" y="2086246"/>
                  </a:lnTo>
                  <a:lnTo>
                    <a:pt x="0" y="20862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7" id="7"/>
          <p:cNvSpPr/>
          <p:nvPr/>
        </p:nvSpPr>
        <p:spPr>
          <a:xfrm flipH="false" flipV="false" rot="0">
            <a:off x="-875098" y="2230977"/>
            <a:ext cx="7601956" cy="8056023"/>
          </a:xfrm>
          <a:custGeom>
            <a:avLst/>
            <a:gdLst/>
            <a:ahLst/>
            <a:cxnLst/>
            <a:rect r="r" b="b" t="t" l="l"/>
            <a:pathLst>
              <a:path h="8056023" w="7601956">
                <a:moveTo>
                  <a:pt x="0" y="0"/>
                </a:moveTo>
                <a:lnTo>
                  <a:pt x="7601956" y="0"/>
                </a:lnTo>
                <a:lnTo>
                  <a:pt x="7601956" y="8056023"/>
                </a:lnTo>
                <a:lnTo>
                  <a:pt x="0" y="80560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5707937" y="5143500"/>
            <a:ext cx="2637213" cy="5143500"/>
          </a:xfrm>
          <a:custGeom>
            <a:avLst/>
            <a:gdLst/>
            <a:ahLst/>
            <a:cxnLst/>
            <a:rect r="r" b="b" t="t" l="l"/>
            <a:pathLst>
              <a:path h="5143500" w="2637213">
                <a:moveTo>
                  <a:pt x="0" y="0"/>
                </a:moveTo>
                <a:lnTo>
                  <a:pt x="2637213" y="0"/>
                </a:lnTo>
                <a:lnTo>
                  <a:pt x="2637213" y="5143500"/>
                </a:lnTo>
                <a:lnTo>
                  <a:pt x="0" y="5143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0104321" y="254070"/>
            <a:ext cx="9289436" cy="2263244"/>
          </a:xfrm>
          <a:custGeom>
            <a:avLst/>
            <a:gdLst/>
            <a:ahLst/>
            <a:cxnLst/>
            <a:rect r="r" b="b" t="t" l="l"/>
            <a:pathLst>
              <a:path h="2263244" w="9289436">
                <a:moveTo>
                  <a:pt x="0" y="0"/>
                </a:moveTo>
                <a:lnTo>
                  <a:pt x="9289436" y="0"/>
                </a:lnTo>
                <a:lnTo>
                  <a:pt x="9289436" y="2263244"/>
                </a:lnTo>
                <a:lnTo>
                  <a:pt x="0" y="226324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0" id="10"/>
          <p:cNvSpPr/>
          <p:nvPr/>
        </p:nvSpPr>
        <p:spPr>
          <a:xfrm flipH="false" flipV="false" rot="0">
            <a:off x="4557532" y="-2190750"/>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1" id="11"/>
          <p:cNvSpPr/>
          <p:nvPr/>
        </p:nvSpPr>
        <p:spPr>
          <a:xfrm flipH="false" flipV="false" rot="0">
            <a:off x="0" y="-1385692"/>
            <a:ext cx="6121531" cy="2771384"/>
          </a:xfrm>
          <a:custGeom>
            <a:avLst/>
            <a:gdLst/>
            <a:ahLst/>
            <a:cxnLst/>
            <a:rect r="r" b="b" t="t" l="l"/>
            <a:pathLst>
              <a:path h="2771384" w="6121531">
                <a:moveTo>
                  <a:pt x="0" y="0"/>
                </a:moveTo>
                <a:lnTo>
                  <a:pt x="6121531" y="0"/>
                </a:lnTo>
                <a:lnTo>
                  <a:pt x="6121531" y="2771384"/>
                </a:lnTo>
                <a:lnTo>
                  <a:pt x="0" y="2771384"/>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2" id="12"/>
          <p:cNvSpPr/>
          <p:nvPr/>
        </p:nvSpPr>
        <p:spPr>
          <a:xfrm flipH="false" flipV="false" rot="0">
            <a:off x="3841052" y="2684860"/>
            <a:ext cx="10605896" cy="4917279"/>
          </a:xfrm>
          <a:custGeom>
            <a:avLst/>
            <a:gdLst/>
            <a:ahLst/>
            <a:cxnLst/>
            <a:rect r="r" b="b" t="t" l="l"/>
            <a:pathLst>
              <a:path h="4917279" w="10605896">
                <a:moveTo>
                  <a:pt x="0" y="0"/>
                </a:moveTo>
                <a:lnTo>
                  <a:pt x="10605896" y="0"/>
                </a:lnTo>
                <a:lnTo>
                  <a:pt x="10605896" y="4917280"/>
                </a:lnTo>
                <a:lnTo>
                  <a:pt x="0" y="491728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13" id="13"/>
          <p:cNvSpPr txBox="true"/>
          <p:nvPr/>
        </p:nvSpPr>
        <p:spPr>
          <a:xfrm rot="0">
            <a:off x="4349798" y="3364937"/>
            <a:ext cx="9305332" cy="3366626"/>
          </a:xfrm>
          <a:prstGeom prst="rect">
            <a:avLst/>
          </a:prstGeom>
        </p:spPr>
        <p:txBody>
          <a:bodyPr anchor="t" rtlCol="false" tIns="0" lIns="0" bIns="0" rIns="0">
            <a:spAutoFit/>
          </a:bodyPr>
          <a:lstStyle/>
          <a:p>
            <a:pPr algn="ctr">
              <a:lnSpc>
                <a:spcPts val="13528"/>
              </a:lnSpc>
            </a:pPr>
            <a:r>
              <a:rPr lang="en-US" sz="9663">
                <a:solidFill>
                  <a:srgbClr val="000000"/>
                </a:solidFill>
                <a:latin typeface="Press Start 2P"/>
                <a:ea typeface="Press Start 2P"/>
                <a:cs typeface="Press Start 2P"/>
                <a:sym typeface="Press Start 2P"/>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DAHJ2fgdS0s</dc:identifier>
  <dcterms:modified xsi:type="dcterms:W3CDTF">2011-08-01T06:04:30Z</dcterms:modified>
  <cp:revision>1</cp:revision>
  <dc:title>Blue White Colorful Pixel Illustrative Group Project Presentation</dc:title>
</cp:coreProperties>
</file>