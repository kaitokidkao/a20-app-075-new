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TT Milks Casual Pie Base" charset="1" panose="02000503030000020003"/>
      <p:regular r:id="rId26"/>
    </p:embeddedFont>
    <p:embeddedFont>
      <p:font typeface="Montserrat" charset="1" panose="00000500000000000000"/>
      <p:regular r:id="rId27"/>
    </p:embeddedFont>
    <p:embeddedFont>
      <p:font typeface="Montserrat Bold" charset="1" panose="00000800000000000000"/>
      <p:regular r:id="rId28"/>
    </p:embeddedFont>
    <p:embeddedFont>
      <p:font typeface="Montserrat Medium" charset="1" panose="000006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11" Target="../media/image22.png" Type="http://schemas.openxmlformats.org/officeDocument/2006/relationships/image"/><Relationship Id="rId12" Target="../media/image23.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11" Target="../media/image22.png" Type="http://schemas.openxmlformats.org/officeDocument/2006/relationships/image"/><Relationship Id="rId12" Target="../media/image23.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96371" y="-327897"/>
            <a:ext cx="2768566" cy="2713195"/>
          </a:xfrm>
          <a:custGeom>
            <a:avLst/>
            <a:gdLst/>
            <a:ahLst/>
            <a:cxnLst/>
            <a:rect r="r" b="b" t="t" l="l"/>
            <a:pathLst>
              <a:path h="2713195" w="2768566">
                <a:moveTo>
                  <a:pt x="0" y="0"/>
                </a:moveTo>
                <a:lnTo>
                  <a:pt x="2768566" y="0"/>
                </a:lnTo>
                <a:lnTo>
                  <a:pt x="2768566" y="2713194"/>
                </a:lnTo>
                <a:lnTo>
                  <a:pt x="0" y="27131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798903" y="2751136"/>
            <a:ext cx="1964476" cy="2461188"/>
          </a:xfrm>
          <a:custGeom>
            <a:avLst/>
            <a:gdLst/>
            <a:ahLst/>
            <a:cxnLst/>
            <a:rect r="r" b="b" t="t" l="l"/>
            <a:pathLst>
              <a:path h="2461188" w="1964476">
                <a:moveTo>
                  <a:pt x="0" y="0"/>
                </a:moveTo>
                <a:lnTo>
                  <a:pt x="1964476" y="0"/>
                </a:lnTo>
                <a:lnTo>
                  <a:pt x="1964476" y="2461188"/>
                </a:lnTo>
                <a:lnTo>
                  <a:pt x="0" y="24611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496371" y="2588588"/>
            <a:ext cx="2637737" cy="2441105"/>
          </a:xfrm>
          <a:custGeom>
            <a:avLst/>
            <a:gdLst/>
            <a:ahLst/>
            <a:cxnLst/>
            <a:rect r="r" b="b" t="t" l="l"/>
            <a:pathLst>
              <a:path h="2441105" w="2637737">
                <a:moveTo>
                  <a:pt x="2637737" y="0"/>
                </a:moveTo>
                <a:lnTo>
                  <a:pt x="0" y="0"/>
                </a:lnTo>
                <a:lnTo>
                  <a:pt x="0" y="2441105"/>
                </a:lnTo>
                <a:lnTo>
                  <a:pt x="2637737" y="2441105"/>
                </a:lnTo>
                <a:lnTo>
                  <a:pt x="2637737"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249959" y="5352900"/>
            <a:ext cx="1784173" cy="1947014"/>
          </a:xfrm>
          <a:custGeom>
            <a:avLst/>
            <a:gdLst/>
            <a:ahLst/>
            <a:cxnLst/>
            <a:rect r="r" b="b" t="t" l="l"/>
            <a:pathLst>
              <a:path h="1947014" w="1784173">
                <a:moveTo>
                  <a:pt x="0" y="0"/>
                </a:moveTo>
                <a:lnTo>
                  <a:pt x="1784174" y="0"/>
                </a:lnTo>
                <a:lnTo>
                  <a:pt x="1784174" y="1947014"/>
                </a:lnTo>
                <a:lnTo>
                  <a:pt x="0" y="194701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249959" y="7623121"/>
            <a:ext cx="2391324" cy="3296312"/>
          </a:xfrm>
          <a:custGeom>
            <a:avLst/>
            <a:gdLst/>
            <a:ahLst/>
            <a:cxnLst/>
            <a:rect r="r" b="b" t="t" l="l"/>
            <a:pathLst>
              <a:path h="3296312" w="2391324">
                <a:moveTo>
                  <a:pt x="0" y="0"/>
                </a:moveTo>
                <a:lnTo>
                  <a:pt x="2391325" y="0"/>
                </a:lnTo>
                <a:lnTo>
                  <a:pt x="2391325" y="3296312"/>
                </a:lnTo>
                <a:lnTo>
                  <a:pt x="0" y="329631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5313975" y="8556748"/>
            <a:ext cx="3890650" cy="2362686"/>
          </a:xfrm>
          <a:custGeom>
            <a:avLst/>
            <a:gdLst/>
            <a:ahLst/>
            <a:cxnLst/>
            <a:rect r="r" b="b" t="t" l="l"/>
            <a:pathLst>
              <a:path h="2362686" w="3890650">
                <a:moveTo>
                  <a:pt x="0" y="0"/>
                </a:moveTo>
                <a:lnTo>
                  <a:pt x="3890650" y="0"/>
                </a:lnTo>
                <a:lnTo>
                  <a:pt x="3890650" y="2362685"/>
                </a:lnTo>
                <a:lnTo>
                  <a:pt x="0" y="236268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6259553" y="5605188"/>
            <a:ext cx="3043175" cy="2489871"/>
          </a:xfrm>
          <a:custGeom>
            <a:avLst/>
            <a:gdLst/>
            <a:ahLst/>
            <a:cxnLst/>
            <a:rect r="r" b="b" t="t" l="l"/>
            <a:pathLst>
              <a:path h="2489871" w="3043175">
                <a:moveTo>
                  <a:pt x="0" y="0"/>
                </a:moveTo>
                <a:lnTo>
                  <a:pt x="3043176" y="0"/>
                </a:lnTo>
                <a:lnTo>
                  <a:pt x="3043176" y="2489871"/>
                </a:lnTo>
                <a:lnTo>
                  <a:pt x="0" y="248987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16183384" y="-429543"/>
            <a:ext cx="2579995" cy="2787814"/>
          </a:xfrm>
          <a:custGeom>
            <a:avLst/>
            <a:gdLst/>
            <a:ahLst/>
            <a:cxnLst/>
            <a:rect r="r" b="b" t="t" l="l"/>
            <a:pathLst>
              <a:path h="2787814" w="2579995">
                <a:moveTo>
                  <a:pt x="0" y="0"/>
                </a:moveTo>
                <a:lnTo>
                  <a:pt x="2579995" y="0"/>
                </a:lnTo>
                <a:lnTo>
                  <a:pt x="2579995" y="2787814"/>
                </a:lnTo>
                <a:lnTo>
                  <a:pt x="0" y="278781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1" id="11"/>
          <p:cNvSpPr txBox="true"/>
          <p:nvPr/>
        </p:nvSpPr>
        <p:spPr>
          <a:xfrm rot="0">
            <a:off x="3410430" y="3727295"/>
            <a:ext cx="11467140" cy="3474085"/>
          </a:xfrm>
          <a:prstGeom prst="rect">
            <a:avLst/>
          </a:prstGeom>
        </p:spPr>
        <p:txBody>
          <a:bodyPr anchor="t" rtlCol="false" tIns="0" lIns="0" bIns="0" rIns="0">
            <a:spAutoFit/>
          </a:bodyPr>
          <a:lstStyle/>
          <a:p>
            <a:pPr algn="ctr" marL="0" indent="0" lvl="0">
              <a:lnSpc>
                <a:spcPts val="9170"/>
              </a:lnSpc>
              <a:spcBef>
                <a:spcPct val="0"/>
              </a:spcBef>
            </a:pPr>
            <a:r>
              <a:rPr lang="en-US" sz="7000">
                <a:solidFill>
                  <a:srgbClr val="FFFFFF"/>
                </a:solidFill>
                <a:latin typeface="TT Milks Casual Pie Base"/>
                <a:ea typeface="TT Milks Casual Pie Base"/>
                <a:cs typeface="TT Milks Casual Pie Base"/>
                <a:sym typeface="TT Milks Casual Pie Base"/>
              </a:rPr>
              <a:t>Techniques and Strategies to Improve Your Learning</a:t>
            </a:r>
          </a:p>
        </p:txBody>
      </p:sp>
      <p:sp>
        <p:nvSpPr>
          <p:cNvPr name="TextBox 12" id="12"/>
          <p:cNvSpPr txBox="true"/>
          <p:nvPr/>
        </p:nvSpPr>
        <p:spPr>
          <a:xfrm rot="0">
            <a:off x="6563358" y="3057045"/>
            <a:ext cx="5161284" cy="404468"/>
          </a:xfrm>
          <a:prstGeom prst="rect">
            <a:avLst/>
          </a:prstGeom>
        </p:spPr>
        <p:txBody>
          <a:bodyPr anchor="t" rtlCol="false" tIns="0" lIns="0" bIns="0" rIns="0">
            <a:spAutoFit/>
          </a:bodyPr>
          <a:lstStyle/>
          <a:p>
            <a:pPr algn="ctr" marL="0" indent="0" lvl="0">
              <a:lnSpc>
                <a:spcPts val="3236"/>
              </a:lnSpc>
            </a:pPr>
            <a:r>
              <a:rPr lang="en-US" sz="2470">
                <a:solidFill>
                  <a:srgbClr val="FFFFFF"/>
                </a:solidFill>
                <a:latin typeface="TT Milks Casual Pie Base"/>
                <a:ea typeface="TT Milks Casual Pie Base"/>
                <a:cs typeface="TT Milks Casual Pie Base"/>
                <a:sym typeface="TT Milks Casual Pie Base"/>
              </a:rPr>
              <a:t>The Art of Learning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a:grpSpLocks noChangeAspect="true"/>
          </p:cNvGrpSpPr>
          <p:nvPr/>
        </p:nvGrpSpPr>
        <p:grpSpPr>
          <a:xfrm rot="0">
            <a:off x="10471913" y="1028700"/>
            <a:ext cx="6787387" cy="8229600"/>
            <a:chOff x="-11430" y="-43180"/>
            <a:chExt cx="4028440" cy="4884420"/>
          </a:xfrm>
        </p:grpSpPr>
        <p:sp>
          <p:nvSpPr>
            <p:cNvPr name="Freeform 4" id="4"/>
            <p:cNvSpPr/>
            <p:nvPr/>
          </p:nvSpPr>
          <p:spPr>
            <a:xfrm flipH="false" flipV="false" rot="0">
              <a:off x="-548" y="-660"/>
              <a:ext cx="3980199" cy="4800718"/>
            </a:xfrm>
            <a:custGeom>
              <a:avLst/>
              <a:gdLst/>
              <a:ahLst/>
              <a:cxnLst/>
              <a:rect r="r" b="b" t="t" l="l"/>
              <a:pathLst>
                <a:path h="4800718" w="3980199">
                  <a:moveTo>
                    <a:pt x="2228128" y="5740"/>
                  </a:moveTo>
                  <a:cubicBezTo>
                    <a:pt x="2230668" y="5740"/>
                    <a:pt x="2231938" y="5740"/>
                    <a:pt x="2234478" y="4470"/>
                  </a:cubicBezTo>
                  <a:cubicBezTo>
                    <a:pt x="2640878" y="-42520"/>
                    <a:pt x="2929168" y="287680"/>
                    <a:pt x="2850428" y="678840"/>
                  </a:cubicBezTo>
                  <a:cubicBezTo>
                    <a:pt x="2793278" y="963320"/>
                    <a:pt x="2630718" y="1218590"/>
                    <a:pt x="2840268" y="1484020"/>
                  </a:cubicBezTo>
                  <a:cubicBezTo>
                    <a:pt x="2934248" y="1602130"/>
                    <a:pt x="3057438" y="1692300"/>
                    <a:pt x="3160308" y="1804060"/>
                  </a:cubicBezTo>
                  <a:cubicBezTo>
                    <a:pt x="3440978" y="2107590"/>
                    <a:pt x="3245398" y="2453030"/>
                    <a:pt x="3354618" y="2804820"/>
                  </a:cubicBezTo>
                  <a:cubicBezTo>
                    <a:pt x="3377478" y="2877210"/>
                    <a:pt x="3421928" y="2939440"/>
                    <a:pt x="3471458" y="2997860"/>
                  </a:cubicBezTo>
                  <a:cubicBezTo>
                    <a:pt x="3632748" y="3187090"/>
                    <a:pt x="3843568" y="3334410"/>
                    <a:pt x="3929928" y="3576980"/>
                  </a:cubicBezTo>
                  <a:cubicBezTo>
                    <a:pt x="4017558" y="3822090"/>
                    <a:pt x="3988348" y="4104030"/>
                    <a:pt x="3860078" y="4330090"/>
                  </a:cubicBezTo>
                  <a:cubicBezTo>
                    <a:pt x="3628938" y="4737760"/>
                    <a:pt x="3128558" y="4841900"/>
                    <a:pt x="2694218" y="4787290"/>
                  </a:cubicBezTo>
                  <a:cubicBezTo>
                    <a:pt x="2300518" y="4736490"/>
                    <a:pt x="1980478" y="4582820"/>
                    <a:pt x="1689648" y="4312310"/>
                  </a:cubicBezTo>
                  <a:cubicBezTo>
                    <a:pt x="1608368" y="4236110"/>
                    <a:pt x="1528358" y="4121810"/>
                    <a:pt x="1425488" y="4077360"/>
                  </a:cubicBezTo>
                  <a:cubicBezTo>
                    <a:pt x="1299758" y="4022750"/>
                    <a:pt x="1182918" y="4096410"/>
                    <a:pt x="1068618" y="4145940"/>
                  </a:cubicBezTo>
                  <a:cubicBezTo>
                    <a:pt x="418378" y="4427880"/>
                    <a:pt x="291378" y="3498240"/>
                    <a:pt x="361228" y="3072790"/>
                  </a:cubicBezTo>
                  <a:cubicBezTo>
                    <a:pt x="413298" y="2754020"/>
                    <a:pt x="387898" y="2463190"/>
                    <a:pt x="263438" y="2162200"/>
                  </a:cubicBezTo>
                  <a:cubicBezTo>
                    <a:pt x="159298" y="1901850"/>
                    <a:pt x="-10882" y="1633880"/>
                    <a:pt x="548" y="1344320"/>
                  </a:cubicBezTo>
                  <a:cubicBezTo>
                    <a:pt x="10708" y="1103020"/>
                    <a:pt x="123738" y="862990"/>
                    <a:pt x="348528" y="753770"/>
                  </a:cubicBezTo>
                  <a:cubicBezTo>
                    <a:pt x="537758" y="661060"/>
                    <a:pt x="742228" y="680110"/>
                    <a:pt x="921298" y="781710"/>
                  </a:cubicBezTo>
                  <a:cubicBezTo>
                    <a:pt x="1019088" y="836320"/>
                    <a:pt x="1119418" y="898550"/>
                    <a:pt x="1231178" y="899820"/>
                  </a:cubicBezTo>
                  <a:cubicBezTo>
                    <a:pt x="1499148" y="903630"/>
                    <a:pt x="1626148" y="611530"/>
                    <a:pt x="1737908" y="415950"/>
                  </a:cubicBezTo>
                  <a:cubicBezTo>
                    <a:pt x="1850938" y="219100"/>
                    <a:pt x="1986828" y="37490"/>
                    <a:pt x="2228128" y="5740"/>
                  </a:cubicBezTo>
                  <a:close/>
                </a:path>
              </a:pathLst>
            </a:custGeom>
            <a:blipFill>
              <a:blip r:embed="rId3"/>
              <a:stretch>
                <a:fillRect l="-40230" t="899" r="-40805" b="-899"/>
              </a:stretch>
            </a:blipFill>
          </p:spPr>
        </p:sp>
      </p:grpSp>
      <p:sp>
        <p:nvSpPr>
          <p:cNvPr name="TextBox 5" id="5"/>
          <p:cNvSpPr txBox="true"/>
          <p:nvPr/>
        </p:nvSpPr>
        <p:spPr>
          <a:xfrm rot="0">
            <a:off x="1504950" y="2167688"/>
            <a:ext cx="7397379" cy="2482850"/>
          </a:xfrm>
          <a:prstGeom prst="rect">
            <a:avLst/>
          </a:prstGeom>
        </p:spPr>
        <p:txBody>
          <a:bodyPr anchor="t" rtlCol="false" tIns="0" lIns="0" bIns="0" rIns="0">
            <a:spAutoFit/>
          </a:bodyPr>
          <a:lstStyle/>
          <a:p>
            <a:pPr algn="l" marL="0" indent="0" lvl="0">
              <a:lnSpc>
                <a:spcPts val="6550"/>
              </a:lnSpc>
              <a:spcBef>
                <a:spcPct val="0"/>
              </a:spcBef>
            </a:pPr>
            <a:r>
              <a:rPr lang="en-US" sz="5000">
                <a:solidFill>
                  <a:srgbClr val="FFFFFF"/>
                </a:solidFill>
                <a:latin typeface="TT Milks Casual Pie Base"/>
                <a:ea typeface="TT Milks Casual Pie Base"/>
                <a:cs typeface="TT Milks Casual Pie Base"/>
                <a:sym typeface="TT Milks Casual Pie Base"/>
              </a:rPr>
              <a:t>Introduction: The Importance of Learning</a:t>
            </a:r>
          </a:p>
        </p:txBody>
      </p:sp>
      <p:sp>
        <p:nvSpPr>
          <p:cNvPr name="TextBox 6" id="6"/>
          <p:cNvSpPr txBox="true"/>
          <p:nvPr/>
        </p:nvSpPr>
        <p:spPr>
          <a:xfrm rot="0">
            <a:off x="1504950" y="4821757"/>
            <a:ext cx="7639050" cy="3230880"/>
          </a:xfrm>
          <a:prstGeom prst="rect">
            <a:avLst/>
          </a:prstGeom>
        </p:spPr>
        <p:txBody>
          <a:bodyPr anchor="t" rtlCol="false" tIns="0" lIns="0" bIns="0" rIns="0">
            <a:spAutoFit/>
          </a:bodyPr>
          <a:lstStyle/>
          <a:p>
            <a:pPr algn="l" marL="0" indent="0" lvl="0">
              <a:lnSpc>
                <a:spcPts val="2564"/>
              </a:lnSpc>
              <a:spcBef>
                <a:spcPct val="0"/>
              </a:spcBef>
            </a:pPr>
            <a:r>
              <a:rPr lang="en-US" sz="1899" spc="113" u="none">
                <a:solidFill>
                  <a:srgbClr val="FFFFFF"/>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564"/>
              </a:lnSpc>
              <a:spcBef>
                <a:spcPct val="0"/>
              </a:spcBef>
            </a:pPr>
          </a:p>
          <a:p>
            <a:pPr algn="l" marL="0" indent="0" lvl="0">
              <a:lnSpc>
                <a:spcPts val="2564"/>
              </a:lnSpc>
              <a:spcBef>
                <a:spcPct val="0"/>
              </a:spcBef>
            </a:pPr>
            <a:r>
              <a:rPr lang="en-US" sz="1899" spc="113" u="none">
                <a:solidFill>
                  <a:srgbClr val="FFFFFF"/>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a:grpSpLocks noChangeAspect="true"/>
          </p:cNvGrpSpPr>
          <p:nvPr/>
        </p:nvGrpSpPr>
        <p:grpSpPr>
          <a:xfrm rot="0">
            <a:off x="1028700" y="1606999"/>
            <a:ext cx="7240298" cy="7073002"/>
            <a:chOff x="-41910" y="-111760"/>
            <a:chExt cx="5331460" cy="5208270"/>
          </a:xfrm>
        </p:grpSpPr>
        <p:sp>
          <p:nvSpPr>
            <p:cNvPr name="Freeform 4" id="4"/>
            <p:cNvSpPr/>
            <p:nvPr/>
          </p:nvSpPr>
          <p:spPr>
            <a:xfrm flipH="false" flipV="false" rot="0">
              <a:off x="902" y="-319"/>
              <a:ext cx="5255697" cy="5095568"/>
            </a:xfrm>
            <a:custGeom>
              <a:avLst/>
              <a:gdLst/>
              <a:ahLst/>
              <a:cxnLst/>
              <a:rect r="r" b="b" t="t" l="l"/>
              <a:pathLst>
                <a:path h="5095568" w="5255697">
                  <a:moveTo>
                    <a:pt x="5249278" y="2490789"/>
                  </a:moveTo>
                  <a:cubicBezTo>
                    <a:pt x="5184508" y="2974659"/>
                    <a:pt x="4726038" y="2912429"/>
                    <a:pt x="4536808" y="3269299"/>
                  </a:cubicBezTo>
                  <a:cubicBezTo>
                    <a:pt x="4458068" y="3419159"/>
                    <a:pt x="4526648" y="3607119"/>
                    <a:pt x="4474578" y="3764599"/>
                  </a:cubicBezTo>
                  <a:cubicBezTo>
                    <a:pt x="4393298" y="4007169"/>
                    <a:pt x="4167238" y="4163379"/>
                    <a:pt x="3934828" y="4249739"/>
                  </a:cubicBezTo>
                  <a:cubicBezTo>
                    <a:pt x="3550018" y="4391979"/>
                    <a:pt x="3155048" y="4360229"/>
                    <a:pt x="2753728" y="4388169"/>
                  </a:cubicBezTo>
                  <a:cubicBezTo>
                    <a:pt x="2498458" y="4405949"/>
                    <a:pt x="2489568" y="4557079"/>
                    <a:pt x="2399398" y="4751389"/>
                  </a:cubicBezTo>
                  <a:cubicBezTo>
                    <a:pt x="2299068" y="4964749"/>
                    <a:pt x="2060308" y="5096829"/>
                    <a:pt x="1825358" y="5095559"/>
                  </a:cubicBezTo>
                  <a:cubicBezTo>
                    <a:pt x="1589138" y="5094289"/>
                    <a:pt x="1363078" y="4971099"/>
                    <a:pt x="1210678" y="4790759"/>
                  </a:cubicBezTo>
                  <a:cubicBezTo>
                    <a:pt x="1032878" y="4582479"/>
                    <a:pt x="947788" y="4304349"/>
                    <a:pt x="753478" y="4111309"/>
                  </a:cubicBezTo>
                  <a:cubicBezTo>
                    <a:pt x="559168" y="3916999"/>
                    <a:pt x="272148" y="3824289"/>
                    <a:pt x="110858" y="3602039"/>
                  </a:cubicBezTo>
                  <a:cubicBezTo>
                    <a:pt x="-42812" y="3389949"/>
                    <a:pt x="-31382" y="3105469"/>
                    <a:pt x="112128" y="2889569"/>
                  </a:cubicBezTo>
                  <a:cubicBezTo>
                    <a:pt x="250558" y="2683829"/>
                    <a:pt x="489318" y="2660969"/>
                    <a:pt x="674738" y="2513649"/>
                  </a:cubicBezTo>
                  <a:cubicBezTo>
                    <a:pt x="789038" y="2423479"/>
                    <a:pt x="771258" y="2271079"/>
                    <a:pt x="861428" y="2159319"/>
                  </a:cubicBezTo>
                  <a:cubicBezTo>
                    <a:pt x="993508" y="1996759"/>
                    <a:pt x="1175118" y="1887539"/>
                    <a:pt x="1369428" y="1818959"/>
                  </a:cubicBezTo>
                  <a:cubicBezTo>
                    <a:pt x="1551038" y="1754189"/>
                    <a:pt x="1750428" y="1752919"/>
                    <a:pt x="1871078" y="1578929"/>
                  </a:cubicBezTo>
                  <a:cubicBezTo>
                    <a:pt x="2037448" y="1340169"/>
                    <a:pt x="1892668" y="952819"/>
                    <a:pt x="1977758" y="670879"/>
                  </a:cubicBezTo>
                  <a:cubicBezTo>
                    <a:pt x="2060308" y="396559"/>
                    <a:pt x="2255888" y="195899"/>
                    <a:pt x="2542908" y="143829"/>
                  </a:cubicBezTo>
                  <a:cubicBezTo>
                    <a:pt x="2765158" y="104459"/>
                    <a:pt x="3035668" y="308929"/>
                    <a:pt x="3229978" y="178119"/>
                  </a:cubicBezTo>
                  <a:cubicBezTo>
                    <a:pt x="3543668" y="-32701"/>
                    <a:pt x="4141838" y="-111441"/>
                    <a:pt x="4379328" y="254319"/>
                  </a:cubicBezTo>
                  <a:cubicBezTo>
                    <a:pt x="4578718" y="560389"/>
                    <a:pt x="4372978" y="799149"/>
                    <a:pt x="4198988" y="1040449"/>
                  </a:cubicBezTo>
                  <a:cubicBezTo>
                    <a:pt x="4083418" y="1201739"/>
                    <a:pt x="3823068" y="1451929"/>
                    <a:pt x="4096118" y="1609409"/>
                  </a:cubicBezTo>
                  <a:cubicBezTo>
                    <a:pt x="4323448" y="1740219"/>
                    <a:pt x="4604118" y="1622109"/>
                    <a:pt x="4836528" y="1733869"/>
                  </a:cubicBezTo>
                  <a:cubicBezTo>
                    <a:pt x="5146408" y="1882459"/>
                    <a:pt x="5288648" y="2198689"/>
                    <a:pt x="5249278" y="2490789"/>
                  </a:cubicBezTo>
                  <a:close/>
                </a:path>
              </a:pathLst>
            </a:custGeom>
            <a:blipFill>
              <a:blip r:embed="rId3"/>
              <a:stretch>
                <a:fillRect l="-21962" t="2193" r="-23557" b="-2193"/>
              </a:stretch>
            </a:blipFill>
          </p:spPr>
        </p:sp>
      </p:grpSp>
      <p:sp>
        <p:nvSpPr>
          <p:cNvPr name="TextBox 5" id="5"/>
          <p:cNvSpPr txBox="true"/>
          <p:nvPr/>
        </p:nvSpPr>
        <p:spPr>
          <a:xfrm rot="0">
            <a:off x="9144000" y="2582026"/>
            <a:ext cx="7104647" cy="1654175"/>
          </a:xfrm>
          <a:prstGeom prst="rect">
            <a:avLst/>
          </a:prstGeom>
        </p:spPr>
        <p:txBody>
          <a:bodyPr anchor="t" rtlCol="false" tIns="0" lIns="0" bIns="0" rIns="0">
            <a:spAutoFit/>
          </a:bodyPr>
          <a:lstStyle/>
          <a:p>
            <a:pPr algn="l" marL="0" indent="0" lvl="0">
              <a:lnSpc>
                <a:spcPts val="6550"/>
              </a:lnSpc>
              <a:spcBef>
                <a:spcPct val="0"/>
              </a:spcBef>
            </a:pPr>
            <a:r>
              <a:rPr lang="en-US" sz="5000">
                <a:solidFill>
                  <a:srgbClr val="FFFFFF"/>
                </a:solidFill>
                <a:latin typeface="TT Milks Casual Pie Base"/>
                <a:ea typeface="TT Milks Casual Pie Base"/>
                <a:cs typeface="TT Milks Casual Pie Base"/>
                <a:sym typeface="TT Milks Casual Pie Base"/>
              </a:rPr>
              <a:t>Understanding How We Learn</a:t>
            </a:r>
          </a:p>
        </p:txBody>
      </p:sp>
      <p:sp>
        <p:nvSpPr>
          <p:cNvPr name="TextBox 6" id="6"/>
          <p:cNvSpPr txBox="true"/>
          <p:nvPr/>
        </p:nvSpPr>
        <p:spPr>
          <a:xfrm rot="0">
            <a:off x="9144000" y="4407419"/>
            <a:ext cx="7639050" cy="3230880"/>
          </a:xfrm>
          <a:prstGeom prst="rect">
            <a:avLst/>
          </a:prstGeom>
        </p:spPr>
        <p:txBody>
          <a:bodyPr anchor="t" rtlCol="false" tIns="0" lIns="0" bIns="0" rIns="0">
            <a:spAutoFit/>
          </a:bodyPr>
          <a:lstStyle/>
          <a:p>
            <a:pPr algn="l" marL="0" indent="0" lvl="0">
              <a:lnSpc>
                <a:spcPts val="2564"/>
              </a:lnSpc>
              <a:spcBef>
                <a:spcPct val="0"/>
              </a:spcBef>
            </a:pPr>
            <a:r>
              <a:rPr lang="en-US" sz="1899" spc="113" u="none">
                <a:solidFill>
                  <a:srgbClr val="FFFFFF"/>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564"/>
              </a:lnSpc>
              <a:spcBef>
                <a:spcPct val="0"/>
              </a:spcBef>
            </a:pPr>
          </a:p>
          <a:p>
            <a:pPr algn="l" marL="0" indent="0" lvl="0">
              <a:lnSpc>
                <a:spcPts val="2564"/>
              </a:lnSpc>
              <a:spcBef>
                <a:spcPct val="0"/>
              </a:spcBef>
            </a:pPr>
            <a:r>
              <a:rPr lang="en-US" sz="1899" spc="113" u="none">
                <a:solidFill>
                  <a:srgbClr val="FFFFFF"/>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718127" y="8088784"/>
            <a:ext cx="3029018" cy="2968437"/>
          </a:xfrm>
          <a:custGeom>
            <a:avLst/>
            <a:gdLst/>
            <a:ahLst/>
            <a:cxnLst/>
            <a:rect r="r" b="b" t="t" l="l"/>
            <a:pathLst>
              <a:path h="2968437" w="3029018">
                <a:moveTo>
                  <a:pt x="0" y="0"/>
                </a:moveTo>
                <a:lnTo>
                  <a:pt x="3029018" y="0"/>
                </a:lnTo>
                <a:lnTo>
                  <a:pt x="3029018" y="2968438"/>
                </a:lnTo>
                <a:lnTo>
                  <a:pt x="0" y="29684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778556" y="6037147"/>
            <a:ext cx="2677377" cy="2477791"/>
          </a:xfrm>
          <a:custGeom>
            <a:avLst/>
            <a:gdLst/>
            <a:ahLst/>
            <a:cxnLst/>
            <a:rect r="r" b="b" t="t" l="l"/>
            <a:pathLst>
              <a:path h="2477791" w="2677377">
                <a:moveTo>
                  <a:pt x="2677377" y="0"/>
                </a:moveTo>
                <a:lnTo>
                  <a:pt x="0" y="0"/>
                </a:lnTo>
                <a:lnTo>
                  <a:pt x="0" y="2477791"/>
                </a:lnTo>
                <a:lnTo>
                  <a:pt x="2677377" y="2477791"/>
                </a:lnTo>
                <a:lnTo>
                  <a:pt x="2677377"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484690" y="-486778"/>
            <a:ext cx="3296198" cy="2696889"/>
          </a:xfrm>
          <a:custGeom>
            <a:avLst/>
            <a:gdLst/>
            <a:ahLst/>
            <a:cxnLst/>
            <a:rect r="r" b="b" t="t" l="l"/>
            <a:pathLst>
              <a:path h="2696889" w="3296198">
                <a:moveTo>
                  <a:pt x="0" y="0"/>
                </a:moveTo>
                <a:lnTo>
                  <a:pt x="3296198" y="0"/>
                </a:lnTo>
                <a:lnTo>
                  <a:pt x="3296198" y="2696889"/>
                </a:lnTo>
                <a:lnTo>
                  <a:pt x="0" y="26968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635496" y="2443351"/>
            <a:ext cx="2145391" cy="2700149"/>
          </a:xfrm>
          <a:custGeom>
            <a:avLst/>
            <a:gdLst/>
            <a:ahLst/>
            <a:cxnLst/>
            <a:rect r="r" b="b" t="t" l="l"/>
            <a:pathLst>
              <a:path h="2700149" w="2145391">
                <a:moveTo>
                  <a:pt x="0" y="0"/>
                </a:moveTo>
                <a:lnTo>
                  <a:pt x="2145392" y="0"/>
                </a:lnTo>
                <a:lnTo>
                  <a:pt x="2145392" y="2700149"/>
                </a:lnTo>
                <a:lnTo>
                  <a:pt x="0" y="270014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356067" y="8857710"/>
            <a:ext cx="1832400" cy="1815742"/>
          </a:xfrm>
          <a:custGeom>
            <a:avLst/>
            <a:gdLst/>
            <a:ahLst/>
            <a:cxnLst/>
            <a:rect r="r" b="b" t="t" l="l"/>
            <a:pathLst>
              <a:path h="1815742" w="1832400">
                <a:moveTo>
                  <a:pt x="0" y="0"/>
                </a:moveTo>
                <a:lnTo>
                  <a:pt x="1832400" y="0"/>
                </a:lnTo>
                <a:lnTo>
                  <a:pt x="1832400" y="1815742"/>
                </a:lnTo>
                <a:lnTo>
                  <a:pt x="0" y="18157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 id="8"/>
          <p:cNvSpPr txBox="true"/>
          <p:nvPr/>
        </p:nvSpPr>
        <p:spPr>
          <a:xfrm rot="0">
            <a:off x="5445311" y="2905876"/>
            <a:ext cx="7397379" cy="1654175"/>
          </a:xfrm>
          <a:prstGeom prst="rect">
            <a:avLst/>
          </a:prstGeom>
        </p:spPr>
        <p:txBody>
          <a:bodyPr anchor="t" rtlCol="false" tIns="0" lIns="0" bIns="0" rIns="0">
            <a:spAutoFit/>
          </a:bodyPr>
          <a:lstStyle/>
          <a:p>
            <a:pPr algn="ctr" marL="0" indent="0" lvl="0">
              <a:lnSpc>
                <a:spcPts val="6550"/>
              </a:lnSpc>
              <a:spcBef>
                <a:spcPct val="0"/>
              </a:spcBef>
            </a:pPr>
            <a:r>
              <a:rPr lang="en-US" sz="5000">
                <a:solidFill>
                  <a:srgbClr val="FFFFFF"/>
                </a:solidFill>
                <a:latin typeface="TT Milks Casual Pie Base"/>
                <a:ea typeface="TT Milks Casual Pie Base"/>
                <a:cs typeface="TT Milks Casual Pie Base"/>
                <a:sym typeface="TT Milks Casual Pie Base"/>
              </a:rPr>
              <a:t>The Neuroscience of Learning</a:t>
            </a:r>
          </a:p>
        </p:txBody>
      </p:sp>
      <p:sp>
        <p:nvSpPr>
          <p:cNvPr name="TextBox 9" id="9"/>
          <p:cNvSpPr txBox="true"/>
          <p:nvPr/>
        </p:nvSpPr>
        <p:spPr>
          <a:xfrm rot="0">
            <a:off x="4386590" y="4731269"/>
            <a:ext cx="9514820" cy="2583180"/>
          </a:xfrm>
          <a:prstGeom prst="rect">
            <a:avLst/>
          </a:prstGeom>
        </p:spPr>
        <p:txBody>
          <a:bodyPr anchor="t" rtlCol="false" tIns="0" lIns="0" bIns="0" rIns="0">
            <a:spAutoFit/>
          </a:bodyPr>
          <a:lstStyle/>
          <a:p>
            <a:pPr algn="ctr" marL="0" indent="0" lvl="0">
              <a:lnSpc>
                <a:spcPts val="2564"/>
              </a:lnSpc>
              <a:spcBef>
                <a:spcPct val="0"/>
              </a:spcBef>
            </a:pPr>
            <a:r>
              <a:rPr lang="en-US" sz="1899" spc="113" u="none">
                <a:solidFill>
                  <a:srgbClr val="FFFFFF"/>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ctr" marL="0" indent="0" lvl="0">
              <a:lnSpc>
                <a:spcPts val="2564"/>
              </a:lnSpc>
              <a:spcBef>
                <a:spcPct val="0"/>
              </a:spcBef>
            </a:pPr>
          </a:p>
          <a:p>
            <a:pPr algn="ctr" marL="0" indent="0" lvl="0">
              <a:lnSpc>
                <a:spcPts val="2564"/>
              </a:lnSpc>
              <a:spcBef>
                <a:spcPct val="0"/>
              </a:spcBef>
            </a:pPr>
            <a:r>
              <a:rPr lang="en-US" sz="1899" spc="113" u="none">
                <a:solidFill>
                  <a:srgbClr val="FFFFFF"/>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a:grpSpLocks noChangeAspect="true"/>
          </p:cNvGrpSpPr>
          <p:nvPr/>
        </p:nvGrpSpPr>
        <p:grpSpPr>
          <a:xfrm rot="0">
            <a:off x="9776633" y="1485507"/>
            <a:ext cx="7482667" cy="7315985"/>
            <a:chOff x="0" y="0"/>
            <a:chExt cx="6328410" cy="6187440"/>
          </a:xfrm>
        </p:grpSpPr>
        <p:sp>
          <p:nvSpPr>
            <p:cNvPr name="Freeform 4" id="4"/>
            <p:cNvSpPr/>
            <p:nvPr/>
          </p:nvSpPr>
          <p:spPr>
            <a:xfrm flipH="false" flipV="false" rot="0">
              <a:off x="0" y="240"/>
              <a:ext cx="6329680" cy="6186027"/>
            </a:xfrm>
            <a:custGeom>
              <a:avLst/>
              <a:gdLst/>
              <a:ahLst/>
              <a:cxnLst/>
              <a:rect r="r" b="b" t="t" l="l"/>
              <a:pathLst>
                <a:path h="6186027" w="6329680">
                  <a:moveTo>
                    <a:pt x="2310130" y="1424700"/>
                  </a:moveTo>
                  <a:cubicBezTo>
                    <a:pt x="1192530" y="1102120"/>
                    <a:pt x="416560" y="655080"/>
                    <a:pt x="483870" y="333770"/>
                  </a:cubicBezTo>
                  <a:cubicBezTo>
                    <a:pt x="565150" y="-53580"/>
                    <a:pt x="1838960" y="-112000"/>
                    <a:pt x="3326130" y="201690"/>
                  </a:cubicBezTo>
                  <a:cubicBezTo>
                    <a:pt x="4455160" y="440450"/>
                    <a:pt x="5384800" y="825260"/>
                    <a:pt x="5730240" y="1166890"/>
                  </a:cubicBezTo>
                  <a:cubicBezTo>
                    <a:pt x="5824220" y="1235470"/>
                    <a:pt x="5876290" y="1321830"/>
                    <a:pt x="5876290" y="1424700"/>
                  </a:cubicBezTo>
                  <a:lnTo>
                    <a:pt x="5876290" y="1428510"/>
                  </a:lnTo>
                  <a:cubicBezTo>
                    <a:pt x="5876290" y="1438670"/>
                    <a:pt x="5876290" y="1448830"/>
                    <a:pt x="5875020" y="1457720"/>
                  </a:cubicBezTo>
                  <a:cubicBezTo>
                    <a:pt x="5843270" y="1758710"/>
                    <a:pt x="5398770" y="2134630"/>
                    <a:pt x="4721860" y="2477530"/>
                  </a:cubicBezTo>
                  <a:cubicBezTo>
                    <a:pt x="4951730" y="2618500"/>
                    <a:pt x="5083810" y="2784870"/>
                    <a:pt x="5083810" y="2961400"/>
                  </a:cubicBezTo>
                  <a:cubicBezTo>
                    <a:pt x="5083810" y="3000770"/>
                    <a:pt x="5077460" y="3040140"/>
                    <a:pt x="5064760" y="3076970"/>
                  </a:cubicBezTo>
                  <a:cubicBezTo>
                    <a:pt x="5760720" y="3231910"/>
                    <a:pt x="6234430" y="3474480"/>
                    <a:pt x="6316980" y="3750070"/>
                  </a:cubicBezTo>
                  <a:cubicBezTo>
                    <a:pt x="6325870" y="3778010"/>
                    <a:pt x="6329680" y="3805950"/>
                    <a:pt x="6329680" y="3835160"/>
                  </a:cubicBezTo>
                  <a:cubicBezTo>
                    <a:pt x="6329680" y="4354590"/>
                    <a:pt x="5077460" y="5218190"/>
                    <a:pt x="3534410" y="5763021"/>
                  </a:cubicBezTo>
                  <a:cubicBezTo>
                    <a:pt x="1991360" y="6307851"/>
                    <a:pt x="739140" y="6329441"/>
                    <a:pt x="739140" y="5810011"/>
                  </a:cubicBezTo>
                  <a:cubicBezTo>
                    <a:pt x="739140" y="5505211"/>
                    <a:pt x="1169670" y="5082301"/>
                    <a:pt x="1837690" y="4674631"/>
                  </a:cubicBezTo>
                  <a:cubicBezTo>
                    <a:pt x="830580" y="4520960"/>
                    <a:pt x="140970" y="4203460"/>
                    <a:pt x="140970" y="3836430"/>
                  </a:cubicBezTo>
                  <a:cubicBezTo>
                    <a:pt x="140970" y="3704350"/>
                    <a:pt x="231140" y="3578620"/>
                    <a:pt x="392430" y="3464320"/>
                  </a:cubicBezTo>
                  <a:cubicBezTo>
                    <a:pt x="143510" y="3319540"/>
                    <a:pt x="0" y="3146820"/>
                    <a:pt x="0" y="2962670"/>
                  </a:cubicBezTo>
                  <a:lnTo>
                    <a:pt x="0" y="2952510"/>
                  </a:lnTo>
                  <a:cubicBezTo>
                    <a:pt x="0" y="2499120"/>
                    <a:pt x="989330" y="1860310"/>
                    <a:pt x="2310130" y="1424700"/>
                  </a:cubicBezTo>
                  <a:lnTo>
                    <a:pt x="2310130" y="1424700"/>
                  </a:lnTo>
                  <a:close/>
                </a:path>
              </a:pathLst>
            </a:custGeom>
            <a:blipFill>
              <a:blip r:embed="rId3"/>
              <a:stretch>
                <a:fillRect l="-23343" t="0" r="-23343" b="0"/>
              </a:stretch>
            </a:blipFill>
          </p:spPr>
        </p:sp>
      </p:grpSp>
      <p:sp>
        <p:nvSpPr>
          <p:cNvPr name="TextBox 5" id="5"/>
          <p:cNvSpPr txBox="true"/>
          <p:nvPr/>
        </p:nvSpPr>
        <p:spPr>
          <a:xfrm rot="0">
            <a:off x="1504950" y="2167688"/>
            <a:ext cx="7397379" cy="2482850"/>
          </a:xfrm>
          <a:prstGeom prst="rect">
            <a:avLst/>
          </a:prstGeom>
        </p:spPr>
        <p:txBody>
          <a:bodyPr anchor="t" rtlCol="false" tIns="0" lIns="0" bIns="0" rIns="0">
            <a:spAutoFit/>
          </a:bodyPr>
          <a:lstStyle/>
          <a:p>
            <a:pPr algn="l" marL="0" indent="0" lvl="0">
              <a:lnSpc>
                <a:spcPts val="6550"/>
              </a:lnSpc>
              <a:spcBef>
                <a:spcPct val="0"/>
              </a:spcBef>
            </a:pPr>
            <a:r>
              <a:rPr lang="en-US" sz="5000">
                <a:solidFill>
                  <a:srgbClr val="FFFFFF"/>
                </a:solidFill>
                <a:latin typeface="TT Milks Casual Pie Base"/>
                <a:ea typeface="TT Milks Casual Pie Base"/>
                <a:cs typeface="TT Milks Casual Pie Base"/>
                <a:sym typeface="TT Milks Casual Pie Base"/>
              </a:rPr>
              <a:t>How to Improve Concentration and Attention</a:t>
            </a:r>
          </a:p>
        </p:txBody>
      </p:sp>
      <p:sp>
        <p:nvSpPr>
          <p:cNvPr name="TextBox 6" id="6"/>
          <p:cNvSpPr txBox="true"/>
          <p:nvPr/>
        </p:nvSpPr>
        <p:spPr>
          <a:xfrm rot="0">
            <a:off x="1504950" y="4821757"/>
            <a:ext cx="7639050" cy="3230880"/>
          </a:xfrm>
          <a:prstGeom prst="rect">
            <a:avLst/>
          </a:prstGeom>
        </p:spPr>
        <p:txBody>
          <a:bodyPr anchor="t" rtlCol="false" tIns="0" lIns="0" bIns="0" rIns="0">
            <a:spAutoFit/>
          </a:bodyPr>
          <a:lstStyle/>
          <a:p>
            <a:pPr algn="l" marL="0" indent="0" lvl="0">
              <a:lnSpc>
                <a:spcPts val="2564"/>
              </a:lnSpc>
              <a:spcBef>
                <a:spcPct val="0"/>
              </a:spcBef>
            </a:pPr>
            <a:r>
              <a:rPr lang="en-US" sz="1899" spc="113" u="none">
                <a:solidFill>
                  <a:srgbClr val="FFFFFF"/>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564"/>
              </a:lnSpc>
              <a:spcBef>
                <a:spcPct val="0"/>
              </a:spcBef>
            </a:pPr>
          </a:p>
          <a:p>
            <a:pPr algn="l" marL="0" indent="0" lvl="0">
              <a:lnSpc>
                <a:spcPts val="2564"/>
              </a:lnSpc>
              <a:spcBef>
                <a:spcPct val="0"/>
              </a:spcBef>
            </a:pPr>
            <a:r>
              <a:rPr lang="en-US" sz="1899" spc="113" u="none">
                <a:solidFill>
                  <a:srgbClr val="FFFFFF"/>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845960" y="2333852"/>
            <a:ext cx="7024119" cy="5619295"/>
          </a:xfrm>
          <a:custGeom>
            <a:avLst/>
            <a:gdLst/>
            <a:ahLst/>
            <a:cxnLst/>
            <a:rect r="r" b="b" t="t" l="l"/>
            <a:pathLst>
              <a:path h="5619295" w="7024119">
                <a:moveTo>
                  <a:pt x="0" y="0"/>
                </a:moveTo>
                <a:lnTo>
                  <a:pt x="7024119" y="0"/>
                </a:lnTo>
                <a:lnTo>
                  <a:pt x="7024119" y="5619296"/>
                </a:lnTo>
                <a:lnTo>
                  <a:pt x="0" y="56192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417921" y="2333852"/>
            <a:ext cx="7024119" cy="5619295"/>
          </a:xfrm>
          <a:custGeom>
            <a:avLst/>
            <a:gdLst/>
            <a:ahLst/>
            <a:cxnLst/>
            <a:rect r="r" b="b" t="t" l="l"/>
            <a:pathLst>
              <a:path h="5619295" w="7024119">
                <a:moveTo>
                  <a:pt x="0" y="0"/>
                </a:moveTo>
                <a:lnTo>
                  <a:pt x="7024119" y="0"/>
                </a:lnTo>
                <a:lnTo>
                  <a:pt x="7024119" y="5619296"/>
                </a:lnTo>
                <a:lnTo>
                  <a:pt x="0" y="56192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3034030" y="2441762"/>
            <a:ext cx="4647979" cy="413973"/>
          </a:xfrm>
          <a:prstGeom prst="rect">
            <a:avLst/>
          </a:prstGeom>
        </p:spPr>
        <p:txBody>
          <a:bodyPr anchor="t" rtlCol="false" tIns="0" lIns="0" bIns="0" rIns="0">
            <a:spAutoFit/>
          </a:bodyPr>
          <a:lstStyle/>
          <a:p>
            <a:pPr algn="ctr">
              <a:lnSpc>
                <a:spcPts val="3432"/>
              </a:lnSpc>
            </a:pPr>
            <a:r>
              <a:rPr lang="en-US" b="true" sz="2451" spc="44">
                <a:solidFill>
                  <a:srgbClr val="FFFFFF"/>
                </a:solidFill>
                <a:latin typeface="Montserrat Bold"/>
                <a:ea typeface="Montserrat Bold"/>
                <a:cs typeface="Montserrat Bold"/>
                <a:sym typeface="Montserrat Bold"/>
              </a:rPr>
              <a:t>MISSION</a:t>
            </a:r>
          </a:p>
        </p:txBody>
      </p:sp>
      <p:sp>
        <p:nvSpPr>
          <p:cNvPr name="TextBox 6" id="6"/>
          <p:cNvSpPr txBox="true"/>
          <p:nvPr/>
        </p:nvSpPr>
        <p:spPr>
          <a:xfrm rot="0">
            <a:off x="10605991" y="2441762"/>
            <a:ext cx="4647979" cy="413973"/>
          </a:xfrm>
          <a:prstGeom prst="rect">
            <a:avLst/>
          </a:prstGeom>
        </p:spPr>
        <p:txBody>
          <a:bodyPr anchor="t" rtlCol="false" tIns="0" lIns="0" bIns="0" rIns="0">
            <a:spAutoFit/>
          </a:bodyPr>
          <a:lstStyle/>
          <a:p>
            <a:pPr algn="ctr">
              <a:lnSpc>
                <a:spcPts val="3432"/>
              </a:lnSpc>
            </a:pPr>
            <a:r>
              <a:rPr lang="en-US" b="true" sz="2451" spc="44">
                <a:solidFill>
                  <a:srgbClr val="FFFFFF"/>
                </a:solidFill>
                <a:latin typeface="Montserrat Bold"/>
                <a:ea typeface="Montserrat Bold"/>
                <a:cs typeface="Montserrat Bold"/>
                <a:sym typeface="Montserrat Bold"/>
              </a:rPr>
              <a:t>OBJECTIVES</a:t>
            </a:r>
          </a:p>
        </p:txBody>
      </p:sp>
      <p:sp>
        <p:nvSpPr>
          <p:cNvPr name="TextBox 7" id="7"/>
          <p:cNvSpPr txBox="true"/>
          <p:nvPr/>
        </p:nvSpPr>
        <p:spPr>
          <a:xfrm rot="0">
            <a:off x="2518041" y="3466686"/>
            <a:ext cx="5679956" cy="3897173"/>
          </a:xfrm>
          <a:prstGeom prst="rect">
            <a:avLst/>
          </a:prstGeom>
        </p:spPr>
        <p:txBody>
          <a:bodyPr anchor="t" rtlCol="false" tIns="0" lIns="0" bIns="0" rIns="0">
            <a:spAutoFit/>
          </a:bodyPr>
          <a:lstStyle/>
          <a:p>
            <a:pPr algn="ctr">
              <a:lnSpc>
                <a:spcPts val="2603"/>
              </a:lnSpc>
            </a:pPr>
            <a:r>
              <a:rPr lang="en-US" sz="1859" spc="33">
                <a:solidFill>
                  <a:srgbClr val="00000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ctr">
              <a:lnSpc>
                <a:spcPts val="2603"/>
              </a:lnSpc>
            </a:pPr>
          </a:p>
          <a:p>
            <a:pPr algn="ctr">
              <a:lnSpc>
                <a:spcPts val="2603"/>
              </a:lnSpc>
            </a:pPr>
            <a:r>
              <a:rPr lang="en-US" sz="1859" spc="33">
                <a:solidFill>
                  <a:srgbClr val="000000"/>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
        <p:nvSpPr>
          <p:cNvPr name="TextBox 8" id="8"/>
          <p:cNvSpPr txBox="true"/>
          <p:nvPr/>
        </p:nvSpPr>
        <p:spPr>
          <a:xfrm rot="0">
            <a:off x="10090003" y="3466686"/>
            <a:ext cx="5679956" cy="3897173"/>
          </a:xfrm>
          <a:prstGeom prst="rect">
            <a:avLst/>
          </a:prstGeom>
        </p:spPr>
        <p:txBody>
          <a:bodyPr anchor="t" rtlCol="false" tIns="0" lIns="0" bIns="0" rIns="0">
            <a:spAutoFit/>
          </a:bodyPr>
          <a:lstStyle/>
          <a:p>
            <a:pPr algn="ctr">
              <a:lnSpc>
                <a:spcPts val="2603"/>
              </a:lnSpc>
            </a:pPr>
            <a:r>
              <a:rPr lang="en-US" sz="1859" spc="33">
                <a:solidFill>
                  <a:srgbClr val="00000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ctr">
              <a:lnSpc>
                <a:spcPts val="2603"/>
              </a:lnSpc>
            </a:pPr>
          </a:p>
          <a:p>
            <a:pPr algn="ctr">
              <a:lnSpc>
                <a:spcPts val="2603"/>
              </a:lnSpc>
            </a:pPr>
            <a:r>
              <a:rPr lang="en-US" sz="1859" spc="33">
                <a:solidFill>
                  <a:srgbClr val="000000"/>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746354" y="4120657"/>
            <a:ext cx="3427523" cy="1099820"/>
          </a:xfrm>
          <a:prstGeom prst="rect">
            <a:avLst/>
          </a:prstGeom>
        </p:spPr>
        <p:txBody>
          <a:bodyPr anchor="t" rtlCol="false" tIns="0" lIns="0" bIns="0" rIns="0">
            <a:spAutoFit/>
          </a:bodyPr>
          <a:lstStyle/>
          <a:p>
            <a:pPr algn="ctr">
              <a:lnSpc>
                <a:spcPts val="4479"/>
              </a:lnSpc>
            </a:pPr>
            <a:r>
              <a:rPr lang="en-US" b="true" sz="3199" spc="57">
                <a:solidFill>
                  <a:srgbClr val="FFFFFF"/>
                </a:solidFill>
                <a:latin typeface="Montserrat Bold"/>
                <a:ea typeface="Montserrat Bold"/>
                <a:cs typeface="Montserrat Bold"/>
                <a:sym typeface="Montserrat Bold"/>
              </a:rPr>
              <a:t>VISUAL LEARNING</a:t>
            </a:r>
          </a:p>
        </p:txBody>
      </p:sp>
      <p:sp>
        <p:nvSpPr>
          <p:cNvPr name="TextBox 4" id="4"/>
          <p:cNvSpPr txBox="true"/>
          <p:nvPr/>
        </p:nvSpPr>
        <p:spPr>
          <a:xfrm rot="0">
            <a:off x="7058694" y="4120657"/>
            <a:ext cx="4170612" cy="1099820"/>
          </a:xfrm>
          <a:prstGeom prst="rect">
            <a:avLst/>
          </a:prstGeom>
        </p:spPr>
        <p:txBody>
          <a:bodyPr anchor="t" rtlCol="false" tIns="0" lIns="0" bIns="0" rIns="0">
            <a:spAutoFit/>
          </a:bodyPr>
          <a:lstStyle/>
          <a:p>
            <a:pPr algn="ctr" marL="0" indent="0" lvl="1">
              <a:lnSpc>
                <a:spcPts val="4479"/>
              </a:lnSpc>
              <a:spcBef>
                <a:spcPct val="0"/>
              </a:spcBef>
            </a:pPr>
            <a:r>
              <a:rPr lang="en-US" b="true" sz="3199" spc="57">
                <a:solidFill>
                  <a:srgbClr val="FFFFFF"/>
                </a:solidFill>
                <a:latin typeface="Montserrat Bold"/>
                <a:ea typeface="Montserrat Bold"/>
                <a:cs typeface="Montserrat Bold"/>
                <a:sym typeface="Montserrat Bold"/>
              </a:rPr>
              <a:t>AUDITORY LEARNING</a:t>
            </a:r>
          </a:p>
        </p:txBody>
      </p:sp>
      <p:sp>
        <p:nvSpPr>
          <p:cNvPr name="TextBox 5" id="5"/>
          <p:cNvSpPr txBox="true"/>
          <p:nvPr/>
        </p:nvSpPr>
        <p:spPr>
          <a:xfrm rot="0">
            <a:off x="12024052" y="4120657"/>
            <a:ext cx="3607666" cy="1099820"/>
          </a:xfrm>
          <a:prstGeom prst="rect">
            <a:avLst/>
          </a:prstGeom>
        </p:spPr>
        <p:txBody>
          <a:bodyPr anchor="t" rtlCol="false" tIns="0" lIns="0" bIns="0" rIns="0">
            <a:spAutoFit/>
          </a:bodyPr>
          <a:lstStyle/>
          <a:p>
            <a:pPr algn="ctr" marL="0" indent="0" lvl="1">
              <a:lnSpc>
                <a:spcPts val="4479"/>
              </a:lnSpc>
              <a:spcBef>
                <a:spcPct val="0"/>
              </a:spcBef>
            </a:pPr>
            <a:r>
              <a:rPr lang="en-US" b="true" sz="3199" spc="57">
                <a:solidFill>
                  <a:srgbClr val="FFFFFF"/>
                </a:solidFill>
                <a:latin typeface="Montserrat Bold"/>
                <a:ea typeface="Montserrat Bold"/>
                <a:cs typeface="Montserrat Bold"/>
                <a:sym typeface="Montserrat Bold"/>
              </a:rPr>
              <a:t>TACTILE LEARNING</a:t>
            </a:r>
          </a:p>
        </p:txBody>
      </p:sp>
      <p:sp>
        <p:nvSpPr>
          <p:cNvPr name="TextBox 6" id="6"/>
          <p:cNvSpPr txBox="true"/>
          <p:nvPr/>
        </p:nvSpPr>
        <p:spPr>
          <a:xfrm rot="0">
            <a:off x="2629540" y="5494602"/>
            <a:ext cx="3661151" cy="2821305"/>
          </a:xfrm>
          <a:prstGeom prst="rect">
            <a:avLst/>
          </a:prstGeom>
        </p:spPr>
        <p:txBody>
          <a:bodyPr anchor="t" rtlCol="false" tIns="0" lIns="0" bIns="0" rIns="0">
            <a:spAutoFit/>
          </a:bodyPr>
          <a:lstStyle/>
          <a:p>
            <a:pPr algn="ctr">
              <a:lnSpc>
                <a:spcPts val="2519"/>
              </a:lnSpc>
            </a:pPr>
            <a:r>
              <a:rPr lang="en-US" b="true" sz="1799" spc="32">
                <a:solidFill>
                  <a:srgbClr val="FFFFFF"/>
                </a:solidFill>
                <a:latin typeface="Montserrat Bold"/>
                <a:ea typeface="Montserrat Bold"/>
                <a:cs typeface="Montserrat Bold"/>
                <a:sym typeface="Montserrat Bold"/>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7" id="7"/>
          <p:cNvSpPr txBox="true"/>
          <p:nvPr/>
        </p:nvSpPr>
        <p:spPr>
          <a:xfrm rot="0">
            <a:off x="7313425" y="5494602"/>
            <a:ext cx="3661151" cy="2821305"/>
          </a:xfrm>
          <a:prstGeom prst="rect">
            <a:avLst/>
          </a:prstGeom>
        </p:spPr>
        <p:txBody>
          <a:bodyPr anchor="t" rtlCol="false" tIns="0" lIns="0" bIns="0" rIns="0">
            <a:spAutoFit/>
          </a:bodyPr>
          <a:lstStyle/>
          <a:p>
            <a:pPr algn="ctr">
              <a:lnSpc>
                <a:spcPts val="2519"/>
              </a:lnSpc>
            </a:pPr>
            <a:r>
              <a:rPr lang="en-US" b="true" sz="1799" spc="32">
                <a:solidFill>
                  <a:srgbClr val="FFFFFF"/>
                </a:solidFill>
                <a:latin typeface="Montserrat Bold"/>
                <a:ea typeface="Montserrat Bold"/>
                <a:cs typeface="Montserrat Bold"/>
                <a:sym typeface="Montserrat Bold"/>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8" id="8"/>
          <p:cNvSpPr txBox="true"/>
          <p:nvPr/>
        </p:nvSpPr>
        <p:spPr>
          <a:xfrm rot="0">
            <a:off x="11997309" y="5494602"/>
            <a:ext cx="3661151" cy="2821305"/>
          </a:xfrm>
          <a:prstGeom prst="rect">
            <a:avLst/>
          </a:prstGeom>
        </p:spPr>
        <p:txBody>
          <a:bodyPr anchor="t" rtlCol="false" tIns="0" lIns="0" bIns="0" rIns="0">
            <a:spAutoFit/>
          </a:bodyPr>
          <a:lstStyle/>
          <a:p>
            <a:pPr algn="ctr">
              <a:lnSpc>
                <a:spcPts val="2519"/>
              </a:lnSpc>
            </a:pPr>
            <a:r>
              <a:rPr lang="en-US" b="true" sz="1799" spc="32">
                <a:solidFill>
                  <a:srgbClr val="FFFFFF"/>
                </a:solidFill>
                <a:latin typeface="Montserrat Bold"/>
                <a:ea typeface="Montserrat Bold"/>
                <a:cs typeface="Montserrat Bold"/>
                <a:sym typeface="Montserrat Bold"/>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9" id="9"/>
          <p:cNvSpPr txBox="true"/>
          <p:nvPr/>
        </p:nvSpPr>
        <p:spPr>
          <a:xfrm rot="0">
            <a:off x="4983695" y="1904417"/>
            <a:ext cx="8320610" cy="1654175"/>
          </a:xfrm>
          <a:prstGeom prst="rect">
            <a:avLst/>
          </a:prstGeom>
        </p:spPr>
        <p:txBody>
          <a:bodyPr anchor="t" rtlCol="false" tIns="0" lIns="0" bIns="0" rIns="0">
            <a:spAutoFit/>
          </a:bodyPr>
          <a:lstStyle/>
          <a:p>
            <a:pPr algn="ctr" marL="0" indent="0" lvl="0">
              <a:lnSpc>
                <a:spcPts val="6550"/>
              </a:lnSpc>
              <a:spcBef>
                <a:spcPct val="0"/>
              </a:spcBef>
            </a:pPr>
            <a:r>
              <a:rPr lang="en-US" sz="5000">
                <a:solidFill>
                  <a:srgbClr val="FFFFFF"/>
                </a:solidFill>
                <a:latin typeface="TT Milks Casual Pie Base"/>
                <a:ea typeface="TT Milks Casual Pie Base"/>
                <a:cs typeface="TT Milks Casual Pie Base"/>
                <a:sym typeface="TT Milks Casual Pie Base"/>
              </a:rPr>
              <a:t>The Different Learning Styles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134760" y="1584542"/>
            <a:ext cx="14018481" cy="7117916"/>
            <a:chOff x="0" y="0"/>
            <a:chExt cx="3692110" cy="1874677"/>
          </a:xfrm>
        </p:grpSpPr>
        <p:sp>
          <p:nvSpPr>
            <p:cNvPr name="Freeform 4" id="4"/>
            <p:cNvSpPr/>
            <p:nvPr/>
          </p:nvSpPr>
          <p:spPr>
            <a:xfrm flipH="false" flipV="false" rot="0">
              <a:off x="0" y="0"/>
              <a:ext cx="3692110" cy="1874677"/>
            </a:xfrm>
            <a:custGeom>
              <a:avLst/>
              <a:gdLst/>
              <a:ahLst/>
              <a:cxnLst/>
              <a:rect r="r" b="b" t="t" l="l"/>
              <a:pathLst>
                <a:path h="1874677" w="3692110">
                  <a:moveTo>
                    <a:pt x="0" y="0"/>
                  </a:moveTo>
                  <a:lnTo>
                    <a:pt x="3692110" y="0"/>
                  </a:lnTo>
                  <a:lnTo>
                    <a:pt x="3692110" y="1874677"/>
                  </a:lnTo>
                  <a:lnTo>
                    <a:pt x="0" y="1874677"/>
                  </a:lnTo>
                  <a:close/>
                </a:path>
              </a:pathLst>
            </a:custGeom>
            <a:solidFill>
              <a:srgbClr val="FFFFFF"/>
            </a:solidFill>
            <a:ln w="19050" cap="sq">
              <a:solidFill>
                <a:srgbClr val="000000"/>
              </a:solidFill>
              <a:prstDash val="solid"/>
              <a:miter/>
            </a:ln>
          </p:spPr>
        </p:sp>
        <p:sp>
          <p:nvSpPr>
            <p:cNvPr name="TextBox 5" id="5"/>
            <p:cNvSpPr txBox="true"/>
            <p:nvPr/>
          </p:nvSpPr>
          <p:spPr>
            <a:xfrm>
              <a:off x="0" y="-38100"/>
              <a:ext cx="3692110" cy="1912777"/>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4193359" y="4774855"/>
            <a:ext cx="9901281" cy="2583179"/>
          </a:xfrm>
          <a:prstGeom prst="rect">
            <a:avLst/>
          </a:prstGeom>
        </p:spPr>
        <p:txBody>
          <a:bodyPr anchor="t" rtlCol="false" tIns="0" lIns="0" bIns="0" rIns="0">
            <a:spAutoFit/>
          </a:bodyPr>
          <a:lstStyle/>
          <a:p>
            <a:pPr algn="ctr">
              <a:lnSpc>
                <a:spcPts val="2565"/>
              </a:lnSpc>
            </a:pPr>
            <a:r>
              <a:rPr lang="en-US" b="true" sz="1900" spc="114">
                <a:solidFill>
                  <a:srgbClr val="000000"/>
                </a:solidFill>
                <a:latin typeface="Montserrat Bold"/>
                <a:ea typeface="Montserrat Bold"/>
                <a:cs typeface="Montserrat Bold"/>
                <a:sym typeface="Montserrat Bold"/>
              </a:rPr>
              <a:t>Lorem ipsum dolor sit amet, consectetur adipiscing elit, sed do eiusmod tempor incididunt ut labore et dolore magna aliqua. Ut enim ad minim veniam, quis nostrud exercitation ullamco laboris nisi ut aliquip ex ea commodo consequat.</a:t>
            </a:r>
          </a:p>
          <a:p>
            <a:pPr algn="ctr">
              <a:lnSpc>
                <a:spcPts val="2565"/>
              </a:lnSpc>
            </a:pPr>
          </a:p>
          <a:p>
            <a:pPr algn="ctr">
              <a:lnSpc>
                <a:spcPts val="2565"/>
              </a:lnSpc>
            </a:pPr>
            <a:r>
              <a:rPr lang="en-US" b="true" sz="1900" spc="114">
                <a:solidFill>
                  <a:srgbClr val="000000"/>
                </a:solidFill>
                <a:latin typeface="Montserrat Bold"/>
                <a:ea typeface="Montserrat Bold"/>
                <a:cs typeface="Montserrat Bold"/>
                <a:sym typeface="Montserrat Bold"/>
              </a:rPr>
              <a:t>Duis aute irure dolor in reprehenderit in voluptate velit esse cillum dolore eu fugiat nulla pariatur. Excepteur sint occaecat cupidatat non proident, sunt in culpa qui officia deserunt mollit anim id est laborum.</a:t>
            </a:r>
          </a:p>
        </p:txBody>
      </p:sp>
      <p:sp>
        <p:nvSpPr>
          <p:cNvPr name="TextBox 7" id="7"/>
          <p:cNvSpPr txBox="true"/>
          <p:nvPr/>
        </p:nvSpPr>
        <p:spPr>
          <a:xfrm rot="0">
            <a:off x="3905425" y="2957541"/>
            <a:ext cx="10477149" cy="1582420"/>
          </a:xfrm>
          <a:prstGeom prst="rect">
            <a:avLst/>
          </a:prstGeom>
        </p:spPr>
        <p:txBody>
          <a:bodyPr anchor="t" rtlCol="false" tIns="0" lIns="0" bIns="0" rIns="0">
            <a:spAutoFit/>
          </a:bodyPr>
          <a:lstStyle/>
          <a:p>
            <a:pPr algn="ctr" marL="0" indent="0" lvl="0">
              <a:lnSpc>
                <a:spcPts val="6215"/>
              </a:lnSpc>
              <a:spcBef>
                <a:spcPct val="0"/>
              </a:spcBef>
            </a:pPr>
            <a:r>
              <a:rPr lang="en-US" sz="5500">
                <a:solidFill>
                  <a:srgbClr val="000000"/>
                </a:solidFill>
                <a:latin typeface="TT Milks Casual Pie Base"/>
                <a:ea typeface="TT Milks Casual Pie Base"/>
                <a:cs typeface="TT Milks Casual Pie Base"/>
                <a:sym typeface="TT Milks Casual Pie Base"/>
              </a:rPr>
              <a:t>How to Overcome Learning Blocks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958609" y="5045608"/>
            <a:ext cx="14370782" cy="3497522"/>
            <a:chOff x="0" y="0"/>
            <a:chExt cx="3960183" cy="963819"/>
          </a:xfrm>
        </p:grpSpPr>
        <p:sp>
          <p:nvSpPr>
            <p:cNvPr name="Freeform 4" id="4"/>
            <p:cNvSpPr/>
            <p:nvPr/>
          </p:nvSpPr>
          <p:spPr>
            <a:xfrm flipH="false" flipV="false" rot="0">
              <a:off x="0" y="0"/>
              <a:ext cx="3960183" cy="963819"/>
            </a:xfrm>
            <a:custGeom>
              <a:avLst/>
              <a:gdLst/>
              <a:ahLst/>
              <a:cxnLst/>
              <a:rect r="r" b="b" t="t" l="l"/>
              <a:pathLst>
                <a:path h="963819" w="3960183">
                  <a:moveTo>
                    <a:pt x="0" y="0"/>
                  </a:moveTo>
                  <a:lnTo>
                    <a:pt x="3960183" y="0"/>
                  </a:lnTo>
                  <a:lnTo>
                    <a:pt x="3960183" y="963819"/>
                  </a:lnTo>
                  <a:lnTo>
                    <a:pt x="0" y="963819"/>
                  </a:lnTo>
                  <a:close/>
                </a:path>
              </a:pathLst>
            </a:custGeom>
            <a:solidFill>
              <a:srgbClr val="FFFFFF"/>
            </a:solidFill>
            <a:ln w="19050" cap="sq">
              <a:solidFill>
                <a:srgbClr val="000000"/>
              </a:solidFill>
              <a:prstDash val="solid"/>
              <a:miter/>
            </a:ln>
          </p:spPr>
        </p:sp>
        <p:sp>
          <p:nvSpPr>
            <p:cNvPr name="TextBox 5" id="5"/>
            <p:cNvSpPr txBox="true"/>
            <p:nvPr/>
          </p:nvSpPr>
          <p:spPr>
            <a:xfrm>
              <a:off x="0" y="-38100"/>
              <a:ext cx="3960183" cy="100191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5824371" y="1848645"/>
            <a:ext cx="6639258" cy="3095625"/>
          </a:xfrm>
          <a:prstGeom prst="rect">
            <a:avLst/>
          </a:prstGeom>
        </p:spPr>
        <p:txBody>
          <a:bodyPr anchor="t" rtlCol="false" tIns="0" lIns="0" bIns="0" rIns="0">
            <a:spAutoFit/>
          </a:bodyPr>
          <a:lstStyle/>
          <a:p>
            <a:pPr algn="ctr">
              <a:lnSpc>
                <a:spcPts val="24149"/>
              </a:lnSpc>
            </a:pPr>
            <a:r>
              <a:rPr lang="en-US" sz="21000">
                <a:solidFill>
                  <a:srgbClr val="FFFFFF"/>
                </a:solidFill>
                <a:latin typeface="TT Milks Casual Pie Base"/>
                <a:ea typeface="TT Milks Casual Pie Base"/>
                <a:cs typeface="TT Milks Casual Pie Base"/>
                <a:sym typeface="TT Milks Casual Pie Base"/>
              </a:rPr>
              <a:t>85%</a:t>
            </a:r>
          </a:p>
        </p:txBody>
      </p:sp>
      <p:sp>
        <p:nvSpPr>
          <p:cNvPr name="TextBox 7" id="7"/>
          <p:cNvSpPr txBox="true"/>
          <p:nvPr/>
        </p:nvSpPr>
        <p:spPr>
          <a:xfrm rot="0">
            <a:off x="3559812" y="5548181"/>
            <a:ext cx="11168377" cy="2454275"/>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Montserrat Medium"/>
                <a:ea typeface="Montserrat Medium"/>
                <a:cs typeface="Montserrat Medium"/>
                <a:sym typeface="Montserrat Medium"/>
              </a:rPr>
              <a:t>Lorem ipsum dolor sit amet, consectetur adipiscing elit, sed do eiusmod tempor incididunt ut labore et dolore magna aliqua.</a:t>
            </a:r>
          </a:p>
          <a:p>
            <a:pPr algn="ctr">
              <a:lnSpc>
                <a:spcPts val="2800"/>
              </a:lnSpc>
              <a:spcBef>
                <a:spcPct val="0"/>
              </a:spcBef>
            </a:pPr>
          </a:p>
          <a:p>
            <a:pPr algn="ctr">
              <a:lnSpc>
                <a:spcPts val="2800"/>
              </a:lnSpc>
              <a:spcBef>
                <a:spcPct val="0"/>
              </a:spcBef>
            </a:pPr>
            <a:r>
              <a:rPr lang="en-US" b="true" sz="2000">
                <a:solidFill>
                  <a:srgbClr val="000000"/>
                </a:solidFill>
                <a:latin typeface="Montserrat Medium"/>
                <a:ea typeface="Montserrat Medium"/>
                <a:cs typeface="Montserrat Medium"/>
                <a:sym typeface="Montserrat Medium"/>
              </a:rPr>
              <a:t>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a:grpSpLocks noChangeAspect="true"/>
          </p:cNvGrpSpPr>
          <p:nvPr/>
        </p:nvGrpSpPr>
        <p:grpSpPr>
          <a:xfrm rot="0">
            <a:off x="9776633" y="1485507"/>
            <a:ext cx="7482667" cy="7315985"/>
            <a:chOff x="0" y="0"/>
            <a:chExt cx="6328410" cy="6187440"/>
          </a:xfrm>
        </p:grpSpPr>
        <p:sp>
          <p:nvSpPr>
            <p:cNvPr name="Freeform 4" id="4"/>
            <p:cNvSpPr/>
            <p:nvPr/>
          </p:nvSpPr>
          <p:spPr>
            <a:xfrm flipH="false" flipV="false" rot="0">
              <a:off x="0" y="240"/>
              <a:ext cx="6329680" cy="6186027"/>
            </a:xfrm>
            <a:custGeom>
              <a:avLst/>
              <a:gdLst/>
              <a:ahLst/>
              <a:cxnLst/>
              <a:rect r="r" b="b" t="t" l="l"/>
              <a:pathLst>
                <a:path h="6186027" w="6329680">
                  <a:moveTo>
                    <a:pt x="2310130" y="1424700"/>
                  </a:moveTo>
                  <a:cubicBezTo>
                    <a:pt x="1192530" y="1102120"/>
                    <a:pt x="416560" y="655080"/>
                    <a:pt x="483870" y="333770"/>
                  </a:cubicBezTo>
                  <a:cubicBezTo>
                    <a:pt x="565150" y="-53580"/>
                    <a:pt x="1838960" y="-112000"/>
                    <a:pt x="3326130" y="201690"/>
                  </a:cubicBezTo>
                  <a:cubicBezTo>
                    <a:pt x="4455160" y="440450"/>
                    <a:pt x="5384800" y="825260"/>
                    <a:pt x="5730240" y="1166890"/>
                  </a:cubicBezTo>
                  <a:cubicBezTo>
                    <a:pt x="5824220" y="1235470"/>
                    <a:pt x="5876290" y="1321830"/>
                    <a:pt x="5876290" y="1424700"/>
                  </a:cubicBezTo>
                  <a:lnTo>
                    <a:pt x="5876290" y="1428510"/>
                  </a:lnTo>
                  <a:cubicBezTo>
                    <a:pt x="5876290" y="1438670"/>
                    <a:pt x="5876290" y="1448830"/>
                    <a:pt x="5875020" y="1457720"/>
                  </a:cubicBezTo>
                  <a:cubicBezTo>
                    <a:pt x="5843270" y="1758710"/>
                    <a:pt x="5398770" y="2134630"/>
                    <a:pt x="4721860" y="2477530"/>
                  </a:cubicBezTo>
                  <a:cubicBezTo>
                    <a:pt x="4951730" y="2618500"/>
                    <a:pt x="5083810" y="2784870"/>
                    <a:pt x="5083810" y="2961400"/>
                  </a:cubicBezTo>
                  <a:cubicBezTo>
                    <a:pt x="5083810" y="3000770"/>
                    <a:pt x="5077460" y="3040140"/>
                    <a:pt x="5064760" y="3076970"/>
                  </a:cubicBezTo>
                  <a:cubicBezTo>
                    <a:pt x="5760720" y="3231910"/>
                    <a:pt x="6234430" y="3474480"/>
                    <a:pt x="6316980" y="3750070"/>
                  </a:cubicBezTo>
                  <a:cubicBezTo>
                    <a:pt x="6325870" y="3778010"/>
                    <a:pt x="6329680" y="3805950"/>
                    <a:pt x="6329680" y="3835160"/>
                  </a:cubicBezTo>
                  <a:cubicBezTo>
                    <a:pt x="6329680" y="4354590"/>
                    <a:pt x="5077460" y="5218190"/>
                    <a:pt x="3534410" y="5763021"/>
                  </a:cubicBezTo>
                  <a:cubicBezTo>
                    <a:pt x="1991360" y="6307851"/>
                    <a:pt x="739140" y="6329441"/>
                    <a:pt x="739140" y="5810011"/>
                  </a:cubicBezTo>
                  <a:cubicBezTo>
                    <a:pt x="739140" y="5505211"/>
                    <a:pt x="1169670" y="5082301"/>
                    <a:pt x="1837690" y="4674631"/>
                  </a:cubicBezTo>
                  <a:cubicBezTo>
                    <a:pt x="830580" y="4520960"/>
                    <a:pt x="140970" y="4203460"/>
                    <a:pt x="140970" y="3836430"/>
                  </a:cubicBezTo>
                  <a:cubicBezTo>
                    <a:pt x="140970" y="3704350"/>
                    <a:pt x="231140" y="3578620"/>
                    <a:pt x="392430" y="3464320"/>
                  </a:cubicBezTo>
                  <a:cubicBezTo>
                    <a:pt x="143510" y="3319540"/>
                    <a:pt x="0" y="3146820"/>
                    <a:pt x="0" y="2962670"/>
                  </a:cubicBezTo>
                  <a:lnTo>
                    <a:pt x="0" y="2952510"/>
                  </a:lnTo>
                  <a:cubicBezTo>
                    <a:pt x="0" y="2499120"/>
                    <a:pt x="989330" y="1860310"/>
                    <a:pt x="2310130" y="1424700"/>
                  </a:cubicBezTo>
                  <a:lnTo>
                    <a:pt x="2310130" y="1424700"/>
                  </a:lnTo>
                  <a:close/>
                </a:path>
              </a:pathLst>
            </a:custGeom>
            <a:blipFill>
              <a:blip r:embed="rId3"/>
              <a:stretch>
                <a:fillRect l="0" t="-26789" r="0" b="-26789"/>
              </a:stretch>
            </a:blipFill>
          </p:spPr>
        </p:sp>
      </p:grpSp>
      <p:sp>
        <p:nvSpPr>
          <p:cNvPr name="TextBox 5" id="5"/>
          <p:cNvSpPr txBox="true"/>
          <p:nvPr/>
        </p:nvSpPr>
        <p:spPr>
          <a:xfrm rot="0">
            <a:off x="1504950" y="2996363"/>
            <a:ext cx="7397379" cy="825500"/>
          </a:xfrm>
          <a:prstGeom prst="rect">
            <a:avLst/>
          </a:prstGeom>
        </p:spPr>
        <p:txBody>
          <a:bodyPr anchor="t" rtlCol="false" tIns="0" lIns="0" bIns="0" rIns="0">
            <a:spAutoFit/>
          </a:bodyPr>
          <a:lstStyle/>
          <a:p>
            <a:pPr algn="l" marL="0" indent="0" lvl="0">
              <a:lnSpc>
                <a:spcPts val="6550"/>
              </a:lnSpc>
              <a:spcBef>
                <a:spcPct val="0"/>
              </a:spcBef>
            </a:pPr>
            <a:r>
              <a:rPr lang="en-US" sz="5000">
                <a:solidFill>
                  <a:srgbClr val="FFFFFF"/>
                </a:solidFill>
                <a:latin typeface="TT Milks Casual Pie Base"/>
                <a:ea typeface="TT Milks Casual Pie Base"/>
                <a:cs typeface="TT Milks Casual Pie Base"/>
                <a:sym typeface="TT Milks Casual Pie Base"/>
              </a:rPr>
              <a:t>Conclusions</a:t>
            </a:r>
          </a:p>
        </p:txBody>
      </p:sp>
      <p:sp>
        <p:nvSpPr>
          <p:cNvPr name="TextBox 6" id="6"/>
          <p:cNvSpPr txBox="true"/>
          <p:nvPr/>
        </p:nvSpPr>
        <p:spPr>
          <a:xfrm rot="0">
            <a:off x="1504950" y="3993082"/>
            <a:ext cx="7639050" cy="3230880"/>
          </a:xfrm>
          <a:prstGeom prst="rect">
            <a:avLst/>
          </a:prstGeom>
        </p:spPr>
        <p:txBody>
          <a:bodyPr anchor="t" rtlCol="false" tIns="0" lIns="0" bIns="0" rIns="0">
            <a:spAutoFit/>
          </a:bodyPr>
          <a:lstStyle/>
          <a:p>
            <a:pPr algn="l" marL="0" indent="0" lvl="0">
              <a:lnSpc>
                <a:spcPts val="2564"/>
              </a:lnSpc>
              <a:spcBef>
                <a:spcPct val="0"/>
              </a:spcBef>
            </a:pPr>
            <a:r>
              <a:rPr lang="en-US" sz="1899" spc="113" u="none">
                <a:solidFill>
                  <a:srgbClr val="FFFFFF"/>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564"/>
              </a:lnSpc>
              <a:spcBef>
                <a:spcPct val="0"/>
              </a:spcBef>
            </a:pPr>
          </a:p>
          <a:p>
            <a:pPr algn="l" marL="0" indent="0" lvl="0">
              <a:lnSpc>
                <a:spcPts val="2564"/>
              </a:lnSpc>
              <a:spcBef>
                <a:spcPct val="0"/>
              </a:spcBef>
            </a:pPr>
            <a:r>
              <a:rPr lang="en-US" sz="1899" spc="113" u="none">
                <a:solidFill>
                  <a:srgbClr val="FFFFFF"/>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a:grpSpLocks noChangeAspect="true"/>
          </p:cNvGrpSpPr>
          <p:nvPr/>
        </p:nvGrpSpPr>
        <p:grpSpPr>
          <a:xfrm rot="0">
            <a:off x="10471913" y="1028700"/>
            <a:ext cx="6787387" cy="8229600"/>
            <a:chOff x="-11430" y="-43180"/>
            <a:chExt cx="4028440" cy="4884420"/>
          </a:xfrm>
        </p:grpSpPr>
        <p:sp>
          <p:nvSpPr>
            <p:cNvPr name="Freeform 4" id="4"/>
            <p:cNvSpPr/>
            <p:nvPr/>
          </p:nvSpPr>
          <p:spPr>
            <a:xfrm flipH="false" flipV="false" rot="0">
              <a:off x="-548" y="-660"/>
              <a:ext cx="3980199" cy="4800718"/>
            </a:xfrm>
            <a:custGeom>
              <a:avLst/>
              <a:gdLst/>
              <a:ahLst/>
              <a:cxnLst/>
              <a:rect r="r" b="b" t="t" l="l"/>
              <a:pathLst>
                <a:path h="4800718" w="3980199">
                  <a:moveTo>
                    <a:pt x="2228128" y="5740"/>
                  </a:moveTo>
                  <a:cubicBezTo>
                    <a:pt x="2230668" y="5740"/>
                    <a:pt x="2231938" y="5740"/>
                    <a:pt x="2234478" y="4470"/>
                  </a:cubicBezTo>
                  <a:cubicBezTo>
                    <a:pt x="2640878" y="-42520"/>
                    <a:pt x="2929168" y="287680"/>
                    <a:pt x="2850428" y="678840"/>
                  </a:cubicBezTo>
                  <a:cubicBezTo>
                    <a:pt x="2793278" y="963320"/>
                    <a:pt x="2630718" y="1218590"/>
                    <a:pt x="2840268" y="1484020"/>
                  </a:cubicBezTo>
                  <a:cubicBezTo>
                    <a:pt x="2934248" y="1602130"/>
                    <a:pt x="3057438" y="1692300"/>
                    <a:pt x="3160308" y="1804060"/>
                  </a:cubicBezTo>
                  <a:cubicBezTo>
                    <a:pt x="3440978" y="2107590"/>
                    <a:pt x="3245398" y="2453030"/>
                    <a:pt x="3354618" y="2804820"/>
                  </a:cubicBezTo>
                  <a:cubicBezTo>
                    <a:pt x="3377478" y="2877210"/>
                    <a:pt x="3421928" y="2939440"/>
                    <a:pt x="3471458" y="2997860"/>
                  </a:cubicBezTo>
                  <a:cubicBezTo>
                    <a:pt x="3632748" y="3187090"/>
                    <a:pt x="3843568" y="3334410"/>
                    <a:pt x="3929928" y="3576980"/>
                  </a:cubicBezTo>
                  <a:cubicBezTo>
                    <a:pt x="4017558" y="3822090"/>
                    <a:pt x="3988348" y="4104030"/>
                    <a:pt x="3860078" y="4330090"/>
                  </a:cubicBezTo>
                  <a:cubicBezTo>
                    <a:pt x="3628938" y="4737760"/>
                    <a:pt x="3128558" y="4841900"/>
                    <a:pt x="2694218" y="4787290"/>
                  </a:cubicBezTo>
                  <a:cubicBezTo>
                    <a:pt x="2300518" y="4736490"/>
                    <a:pt x="1980478" y="4582820"/>
                    <a:pt x="1689648" y="4312310"/>
                  </a:cubicBezTo>
                  <a:cubicBezTo>
                    <a:pt x="1608368" y="4236110"/>
                    <a:pt x="1528358" y="4121810"/>
                    <a:pt x="1425488" y="4077360"/>
                  </a:cubicBezTo>
                  <a:cubicBezTo>
                    <a:pt x="1299758" y="4022750"/>
                    <a:pt x="1182918" y="4096410"/>
                    <a:pt x="1068618" y="4145940"/>
                  </a:cubicBezTo>
                  <a:cubicBezTo>
                    <a:pt x="418378" y="4427880"/>
                    <a:pt x="291378" y="3498240"/>
                    <a:pt x="361228" y="3072790"/>
                  </a:cubicBezTo>
                  <a:cubicBezTo>
                    <a:pt x="413298" y="2754020"/>
                    <a:pt x="387898" y="2463190"/>
                    <a:pt x="263438" y="2162200"/>
                  </a:cubicBezTo>
                  <a:cubicBezTo>
                    <a:pt x="159298" y="1901850"/>
                    <a:pt x="-10882" y="1633880"/>
                    <a:pt x="548" y="1344320"/>
                  </a:cubicBezTo>
                  <a:cubicBezTo>
                    <a:pt x="10708" y="1103020"/>
                    <a:pt x="123738" y="862990"/>
                    <a:pt x="348528" y="753770"/>
                  </a:cubicBezTo>
                  <a:cubicBezTo>
                    <a:pt x="537758" y="661060"/>
                    <a:pt x="742228" y="680110"/>
                    <a:pt x="921298" y="781710"/>
                  </a:cubicBezTo>
                  <a:cubicBezTo>
                    <a:pt x="1019088" y="836320"/>
                    <a:pt x="1119418" y="898550"/>
                    <a:pt x="1231178" y="899820"/>
                  </a:cubicBezTo>
                  <a:cubicBezTo>
                    <a:pt x="1499148" y="903630"/>
                    <a:pt x="1626148" y="611530"/>
                    <a:pt x="1737908" y="415950"/>
                  </a:cubicBezTo>
                  <a:cubicBezTo>
                    <a:pt x="1850938" y="219100"/>
                    <a:pt x="1986828" y="37490"/>
                    <a:pt x="2228128" y="5740"/>
                  </a:cubicBezTo>
                  <a:close/>
                </a:path>
              </a:pathLst>
            </a:custGeom>
            <a:blipFill>
              <a:blip r:embed="rId3"/>
              <a:stretch>
                <a:fillRect l="-40230" t="899" r="-40805" b="-899"/>
              </a:stretch>
            </a:blipFill>
          </p:spPr>
        </p:sp>
      </p:grpSp>
      <p:sp>
        <p:nvSpPr>
          <p:cNvPr name="TextBox 5" id="5"/>
          <p:cNvSpPr txBox="true"/>
          <p:nvPr/>
        </p:nvSpPr>
        <p:spPr>
          <a:xfrm rot="0">
            <a:off x="1504950" y="2167688"/>
            <a:ext cx="7397379" cy="2482850"/>
          </a:xfrm>
          <a:prstGeom prst="rect">
            <a:avLst/>
          </a:prstGeom>
        </p:spPr>
        <p:txBody>
          <a:bodyPr anchor="t" rtlCol="false" tIns="0" lIns="0" bIns="0" rIns="0">
            <a:spAutoFit/>
          </a:bodyPr>
          <a:lstStyle/>
          <a:p>
            <a:pPr algn="l" marL="0" indent="0" lvl="0">
              <a:lnSpc>
                <a:spcPts val="6550"/>
              </a:lnSpc>
              <a:spcBef>
                <a:spcPct val="0"/>
              </a:spcBef>
            </a:pPr>
            <a:r>
              <a:rPr lang="en-US" sz="5000">
                <a:solidFill>
                  <a:srgbClr val="FFFFFF"/>
                </a:solidFill>
                <a:latin typeface="TT Milks Casual Pie Base"/>
                <a:ea typeface="TT Milks Casual Pie Base"/>
                <a:cs typeface="TT Milks Casual Pie Base"/>
                <a:sym typeface="TT Milks Casual Pie Base"/>
              </a:rPr>
              <a:t>Introduction: The Importance of Learning</a:t>
            </a:r>
          </a:p>
        </p:txBody>
      </p:sp>
      <p:sp>
        <p:nvSpPr>
          <p:cNvPr name="TextBox 6" id="6"/>
          <p:cNvSpPr txBox="true"/>
          <p:nvPr/>
        </p:nvSpPr>
        <p:spPr>
          <a:xfrm rot="0">
            <a:off x="1504950" y="4821757"/>
            <a:ext cx="7639050" cy="3230880"/>
          </a:xfrm>
          <a:prstGeom prst="rect">
            <a:avLst/>
          </a:prstGeom>
        </p:spPr>
        <p:txBody>
          <a:bodyPr anchor="t" rtlCol="false" tIns="0" lIns="0" bIns="0" rIns="0">
            <a:spAutoFit/>
          </a:bodyPr>
          <a:lstStyle/>
          <a:p>
            <a:pPr algn="l" marL="0" indent="0" lvl="0">
              <a:lnSpc>
                <a:spcPts val="2564"/>
              </a:lnSpc>
              <a:spcBef>
                <a:spcPct val="0"/>
              </a:spcBef>
            </a:pPr>
            <a:r>
              <a:rPr lang="en-US" sz="1899" spc="113" u="none">
                <a:solidFill>
                  <a:srgbClr val="FFFFFF"/>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564"/>
              </a:lnSpc>
              <a:spcBef>
                <a:spcPct val="0"/>
              </a:spcBef>
            </a:pPr>
          </a:p>
          <a:p>
            <a:pPr algn="l" marL="0" indent="0" lvl="0">
              <a:lnSpc>
                <a:spcPts val="2564"/>
              </a:lnSpc>
              <a:spcBef>
                <a:spcPct val="0"/>
              </a:spcBef>
            </a:pPr>
            <a:r>
              <a:rPr lang="en-US" sz="1899" spc="113" u="none">
                <a:solidFill>
                  <a:srgbClr val="FFFFFF"/>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a:grpSpLocks noChangeAspect="true"/>
          </p:cNvGrpSpPr>
          <p:nvPr/>
        </p:nvGrpSpPr>
        <p:grpSpPr>
          <a:xfrm rot="0">
            <a:off x="1028700" y="1606999"/>
            <a:ext cx="7240298" cy="7073002"/>
            <a:chOff x="-41910" y="-111760"/>
            <a:chExt cx="5331460" cy="5208270"/>
          </a:xfrm>
        </p:grpSpPr>
        <p:sp>
          <p:nvSpPr>
            <p:cNvPr name="Freeform 4" id="4"/>
            <p:cNvSpPr/>
            <p:nvPr/>
          </p:nvSpPr>
          <p:spPr>
            <a:xfrm flipH="false" flipV="false" rot="0">
              <a:off x="902" y="-319"/>
              <a:ext cx="5255697" cy="5095568"/>
            </a:xfrm>
            <a:custGeom>
              <a:avLst/>
              <a:gdLst/>
              <a:ahLst/>
              <a:cxnLst/>
              <a:rect r="r" b="b" t="t" l="l"/>
              <a:pathLst>
                <a:path h="5095568" w="5255697">
                  <a:moveTo>
                    <a:pt x="5249278" y="2490789"/>
                  </a:moveTo>
                  <a:cubicBezTo>
                    <a:pt x="5184508" y="2974659"/>
                    <a:pt x="4726038" y="2912429"/>
                    <a:pt x="4536808" y="3269299"/>
                  </a:cubicBezTo>
                  <a:cubicBezTo>
                    <a:pt x="4458068" y="3419159"/>
                    <a:pt x="4526648" y="3607119"/>
                    <a:pt x="4474578" y="3764599"/>
                  </a:cubicBezTo>
                  <a:cubicBezTo>
                    <a:pt x="4393298" y="4007169"/>
                    <a:pt x="4167238" y="4163379"/>
                    <a:pt x="3934828" y="4249739"/>
                  </a:cubicBezTo>
                  <a:cubicBezTo>
                    <a:pt x="3550018" y="4391979"/>
                    <a:pt x="3155048" y="4360229"/>
                    <a:pt x="2753728" y="4388169"/>
                  </a:cubicBezTo>
                  <a:cubicBezTo>
                    <a:pt x="2498458" y="4405949"/>
                    <a:pt x="2489568" y="4557079"/>
                    <a:pt x="2399398" y="4751389"/>
                  </a:cubicBezTo>
                  <a:cubicBezTo>
                    <a:pt x="2299068" y="4964749"/>
                    <a:pt x="2060308" y="5096829"/>
                    <a:pt x="1825358" y="5095559"/>
                  </a:cubicBezTo>
                  <a:cubicBezTo>
                    <a:pt x="1589138" y="5094289"/>
                    <a:pt x="1363078" y="4971099"/>
                    <a:pt x="1210678" y="4790759"/>
                  </a:cubicBezTo>
                  <a:cubicBezTo>
                    <a:pt x="1032878" y="4582479"/>
                    <a:pt x="947788" y="4304349"/>
                    <a:pt x="753478" y="4111309"/>
                  </a:cubicBezTo>
                  <a:cubicBezTo>
                    <a:pt x="559168" y="3916999"/>
                    <a:pt x="272148" y="3824289"/>
                    <a:pt x="110858" y="3602039"/>
                  </a:cubicBezTo>
                  <a:cubicBezTo>
                    <a:pt x="-42812" y="3389949"/>
                    <a:pt x="-31382" y="3105469"/>
                    <a:pt x="112128" y="2889569"/>
                  </a:cubicBezTo>
                  <a:cubicBezTo>
                    <a:pt x="250558" y="2683829"/>
                    <a:pt x="489318" y="2660969"/>
                    <a:pt x="674738" y="2513649"/>
                  </a:cubicBezTo>
                  <a:cubicBezTo>
                    <a:pt x="789038" y="2423479"/>
                    <a:pt x="771258" y="2271079"/>
                    <a:pt x="861428" y="2159319"/>
                  </a:cubicBezTo>
                  <a:cubicBezTo>
                    <a:pt x="993508" y="1996759"/>
                    <a:pt x="1175118" y="1887539"/>
                    <a:pt x="1369428" y="1818959"/>
                  </a:cubicBezTo>
                  <a:cubicBezTo>
                    <a:pt x="1551038" y="1754189"/>
                    <a:pt x="1750428" y="1752919"/>
                    <a:pt x="1871078" y="1578929"/>
                  </a:cubicBezTo>
                  <a:cubicBezTo>
                    <a:pt x="2037448" y="1340169"/>
                    <a:pt x="1892668" y="952819"/>
                    <a:pt x="1977758" y="670879"/>
                  </a:cubicBezTo>
                  <a:cubicBezTo>
                    <a:pt x="2060308" y="396559"/>
                    <a:pt x="2255888" y="195899"/>
                    <a:pt x="2542908" y="143829"/>
                  </a:cubicBezTo>
                  <a:cubicBezTo>
                    <a:pt x="2765158" y="104459"/>
                    <a:pt x="3035668" y="308929"/>
                    <a:pt x="3229978" y="178119"/>
                  </a:cubicBezTo>
                  <a:cubicBezTo>
                    <a:pt x="3543668" y="-32701"/>
                    <a:pt x="4141838" y="-111441"/>
                    <a:pt x="4379328" y="254319"/>
                  </a:cubicBezTo>
                  <a:cubicBezTo>
                    <a:pt x="4578718" y="560389"/>
                    <a:pt x="4372978" y="799149"/>
                    <a:pt x="4198988" y="1040449"/>
                  </a:cubicBezTo>
                  <a:cubicBezTo>
                    <a:pt x="4083418" y="1201739"/>
                    <a:pt x="3823068" y="1451929"/>
                    <a:pt x="4096118" y="1609409"/>
                  </a:cubicBezTo>
                  <a:cubicBezTo>
                    <a:pt x="4323448" y="1740219"/>
                    <a:pt x="4604118" y="1622109"/>
                    <a:pt x="4836528" y="1733869"/>
                  </a:cubicBezTo>
                  <a:cubicBezTo>
                    <a:pt x="5146408" y="1882459"/>
                    <a:pt x="5288648" y="2198689"/>
                    <a:pt x="5249278" y="2490789"/>
                  </a:cubicBezTo>
                  <a:close/>
                </a:path>
              </a:pathLst>
            </a:custGeom>
            <a:blipFill>
              <a:blip r:embed="rId3"/>
              <a:stretch>
                <a:fillRect l="-21962" t="2193" r="-23557" b="-2193"/>
              </a:stretch>
            </a:blipFill>
          </p:spPr>
        </p:sp>
      </p:grpSp>
      <p:sp>
        <p:nvSpPr>
          <p:cNvPr name="TextBox 5" id="5"/>
          <p:cNvSpPr txBox="true"/>
          <p:nvPr/>
        </p:nvSpPr>
        <p:spPr>
          <a:xfrm rot="0">
            <a:off x="9144000" y="2582026"/>
            <a:ext cx="7104647" cy="1654175"/>
          </a:xfrm>
          <a:prstGeom prst="rect">
            <a:avLst/>
          </a:prstGeom>
        </p:spPr>
        <p:txBody>
          <a:bodyPr anchor="t" rtlCol="false" tIns="0" lIns="0" bIns="0" rIns="0">
            <a:spAutoFit/>
          </a:bodyPr>
          <a:lstStyle/>
          <a:p>
            <a:pPr algn="l" marL="0" indent="0" lvl="0">
              <a:lnSpc>
                <a:spcPts val="6550"/>
              </a:lnSpc>
              <a:spcBef>
                <a:spcPct val="0"/>
              </a:spcBef>
            </a:pPr>
            <a:r>
              <a:rPr lang="en-US" sz="5000">
                <a:solidFill>
                  <a:srgbClr val="FFFFFF"/>
                </a:solidFill>
                <a:latin typeface="TT Milks Casual Pie Base"/>
                <a:ea typeface="TT Milks Casual Pie Base"/>
                <a:cs typeface="TT Milks Casual Pie Base"/>
                <a:sym typeface="TT Milks Casual Pie Base"/>
              </a:rPr>
              <a:t>Understanding How We Learn</a:t>
            </a:r>
          </a:p>
        </p:txBody>
      </p:sp>
      <p:sp>
        <p:nvSpPr>
          <p:cNvPr name="TextBox 6" id="6"/>
          <p:cNvSpPr txBox="true"/>
          <p:nvPr/>
        </p:nvSpPr>
        <p:spPr>
          <a:xfrm rot="0">
            <a:off x="9144000" y="4407419"/>
            <a:ext cx="7639050" cy="3230880"/>
          </a:xfrm>
          <a:prstGeom prst="rect">
            <a:avLst/>
          </a:prstGeom>
        </p:spPr>
        <p:txBody>
          <a:bodyPr anchor="t" rtlCol="false" tIns="0" lIns="0" bIns="0" rIns="0">
            <a:spAutoFit/>
          </a:bodyPr>
          <a:lstStyle/>
          <a:p>
            <a:pPr algn="l" marL="0" indent="0" lvl="0">
              <a:lnSpc>
                <a:spcPts val="2564"/>
              </a:lnSpc>
              <a:spcBef>
                <a:spcPct val="0"/>
              </a:spcBef>
            </a:pPr>
            <a:r>
              <a:rPr lang="en-US" sz="1899" spc="113" u="none">
                <a:solidFill>
                  <a:srgbClr val="FFFFFF"/>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564"/>
              </a:lnSpc>
              <a:spcBef>
                <a:spcPct val="0"/>
              </a:spcBef>
            </a:pPr>
          </a:p>
          <a:p>
            <a:pPr algn="l" marL="0" indent="0" lvl="0">
              <a:lnSpc>
                <a:spcPts val="2564"/>
              </a:lnSpc>
              <a:spcBef>
                <a:spcPct val="0"/>
              </a:spcBef>
            </a:pPr>
            <a:r>
              <a:rPr lang="en-US" sz="1899" spc="113" u="none">
                <a:solidFill>
                  <a:srgbClr val="FFFFFF"/>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718127" y="8088784"/>
            <a:ext cx="3029018" cy="2968437"/>
          </a:xfrm>
          <a:custGeom>
            <a:avLst/>
            <a:gdLst/>
            <a:ahLst/>
            <a:cxnLst/>
            <a:rect r="r" b="b" t="t" l="l"/>
            <a:pathLst>
              <a:path h="2968437" w="3029018">
                <a:moveTo>
                  <a:pt x="0" y="0"/>
                </a:moveTo>
                <a:lnTo>
                  <a:pt x="3029018" y="0"/>
                </a:lnTo>
                <a:lnTo>
                  <a:pt x="3029018" y="2968438"/>
                </a:lnTo>
                <a:lnTo>
                  <a:pt x="0" y="29684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778556" y="6037147"/>
            <a:ext cx="2677377" cy="2477791"/>
          </a:xfrm>
          <a:custGeom>
            <a:avLst/>
            <a:gdLst/>
            <a:ahLst/>
            <a:cxnLst/>
            <a:rect r="r" b="b" t="t" l="l"/>
            <a:pathLst>
              <a:path h="2477791" w="2677377">
                <a:moveTo>
                  <a:pt x="2677377" y="0"/>
                </a:moveTo>
                <a:lnTo>
                  <a:pt x="0" y="0"/>
                </a:lnTo>
                <a:lnTo>
                  <a:pt x="0" y="2477791"/>
                </a:lnTo>
                <a:lnTo>
                  <a:pt x="2677377" y="2477791"/>
                </a:lnTo>
                <a:lnTo>
                  <a:pt x="2677377"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484690" y="-486778"/>
            <a:ext cx="3296198" cy="2696889"/>
          </a:xfrm>
          <a:custGeom>
            <a:avLst/>
            <a:gdLst/>
            <a:ahLst/>
            <a:cxnLst/>
            <a:rect r="r" b="b" t="t" l="l"/>
            <a:pathLst>
              <a:path h="2696889" w="3296198">
                <a:moveTo>
                  <a:pt x="0" y="0"/>
                </a:moveTo>
                <a:lnTo>
                  <a:pt x="3296198" y="0"/>
                </a:lnTo>
                <a:lnTo>
                  <a:pt x="3296198" y="2696889"/>
                </a:lnTo>
                <a:lnTo>
                  <a:pt x="0" y="26968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635496" y="2443351"/>
            <a:ext cx="2145391" cy="2700149"/>
          </a:xfrm>
          <a:custGeom>
            <a:avLst/>
            <a:gdLst/>
            <a:ahLst/>
            <a:cxnLst/>
            <a:rect r="r" b="b" t="t" l="l"/>
            <a:pathLst>
              <a:path h="2700149" w="2145391">
                <a:moveTo>
                  <a:pt x="0" y="0"/>
                </a:moveTo>
                <a:lnTo>
                  <a:pt x="2145392" y="0"/>
                </a:lnTo>
                <a:lnTo>
                  <a:pt x="2145392" y="2700149"/>
                </a:lnTo>
                <a:lnTo>
                  <a:pt x="0" y="270014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356067" y="8857710"/>
            <a:ext cx="1832400" cy="1815742"/>
          </a:xfrm>
          <a:custGeom>
            <a:avLst/>
            <a:gdLst/>
            <a:ahLst/>
            <a:cxnLst/>
            <a:rect r="r" b="b" t="t" l="l"/>
            <a:pathLst>
              <a:path h="1815742" w="1832400">
                <a:moveTo>
                  <a:pt x="0" y="0"/>
                </a:moveTo>
                <a:lnTo>
                  <a:pt x="1832400" y="0"/>
                </a:lnTo>
                <a:lnTo>
                  <a:pt x="1832400" y="1815742"/>
                </a:lnTo>
                <a:lnTo>
                  <a:pt x="0" y="18157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 id="8"/>
          <p:cNvSpPr txBox="true"/>
          <p:nvPr/>
        </p:nvSpPr>
        <p:spPr>
          <a:xfrm rot="0">
            <a:off x="5445311" y="2905876"/>
            <a:ext cx="7397379" cy="1654175"/>
          </a:xfrm>
          <a:prstGeom prst="rect">
            <a:avLst/>
          </a:prstGeom>
        </p:spPr>
        <p:txBody>
          <a:bodyPr anchor="t" rtlCol="false" tIns="0" lIns="0" bIns="0" rIns="0">
            <a:spAutoFit/>
          </a:bodyPr>
          <a:lstStyle/>
          <a:p>
            <a:pPr algn="ctr" marL="0" indent="0" lvl="0">
              <a:lnSpc>
                <a:spcPts val="6550"/>
              </a:lnSpc>
              <a:spcBef>
                <a:spcPct val="0"/>
              </a:spcBef>
            </a:pPr>
            <a:r>
              <a:rPr lang="en-US" sz="5000">
                <a:solidFill>
                  <a:srgbClr val="FFFFFF"/>
                </a:solidFill>
                <a:latin typeface="TT Milks Casual Pie Base"/>
                <a:ea typeface="TT Milks Casual Pie Base"/>
                <a:cs typeface="TT Milks Casual Pie Base"/>
                <a:sym typeface="TT Milks Casual Pie Base"/>
              </a:rPr>
              <a:t>The Neuroscience of Learning</a:t>
            </a:r>
          </a:p>
        </p:txBody>
      </p:sp>
      <p:sp>
        <p:nvSpPr>
          <p:cNvPr name="TextBox 9" id="9"/>
          <p:cNvSpPr txBox="true"/>
          <p:nvPr/>
        </p:nvSpPr>
        <p:spPr>
          <a:xfrm rot="0">
            <a:off x="4386590" y="4731269"/>
            <a:ext cx="9514820" cy="2583180"/>
          </a:xfrm>
          <a:prstGeom prst="rect">
            <a:avLst/>
          </a:prstGeom>
        </p:spPr>
        <p:txBody>
          <a:bodyPr anchor="t" rtlCol="false" tIns="0" lIns="0" bIns="0" rIns="0">
            <a:spAutoFit/>
          </a:bodyPr>
          <a:lstStyle/>
          <a:p>
            <a:pPr algn="ctr" marL="0" indent="0" lvl="0">
              <a:lnSpc>
                <a:spcPts val="2564"/>
              </a:lnSpc>
              <a:spcBef>
                <a:spcPct val="0"/>
              </a:spcBef>
            </a:pPr>
            <a:r>
              <a:rPr lang="en-US" sz="1899" spc="113" u="none">
                <a:solidFill>
                  <a:srgbClr val="FFFFFF"/>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ctr" marL="0" indent="0" lvl="0">
              <a:lnSpc>
                <a:spcPts val="2564"/>
              </a:lnSpc>
              <a:spcBef>
                <a:spcPct val="0"/>
              </a:spcBef>
            </a:pPr>
          </a:p>
          <a:p>
            <a:pPr algn="ctr" marL="0" indent="0" lvl="0">
              <a:lnSpc>
                <a:spcPts val="2564"/>
              </a:lnSpc>
              <a:spcBef>
                <a:spcPct val="0"/>
              </a:spcBef>
            </a:pPr>
            <a:r>
              <a:rPr lang="en-US" sz="1899" spc="113" u="none">
                <a:solidFill>
                  <a:srgbClr val="FFFFFF"/>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a:grpSpLocks noChangeAspect="true"/>
          </p:cNvGrpSpPr>
          <p:nvPr/>
        </p:nvGrpSpPr>
        <p:grpSpPr>
          <a:xfrm rot="0">
            <a:off x="9776633" y="1485507"/>
            <a:ext cx="7482667" cy="7315985"/>
            <a:chOff x="0" y="0"/>
            <a:chExt cx="6328410" cy="6187440"/>
          </a:xfrm>
        </p:grpSpPr>
        <p:sp>
          <p:nvSpPr>
            <p:cNvPr name="Freeform 4" id="4"/>
            <p:cNvSpPr/>
            <p:nvPr/>
          </p:nvSpPr>
          <p:spPr>
            <a:xfrm flipH="false" flipV="false" rot="0">
              <a:off x="0" y="240"/>
              <a:ext cx="6329680" cy="6186027"/>
            </a:xfrm>
            <a:custGeom>
              <a:avLst/>
              <a:gdLst/>
              <a:ahLst/>
              <a:cxnLst/>
              <a:rect r="r" b="b" t="t" l="l"/>
              <a:pathLst>
                <a:path h="6186027" w="6329680">
                  <a:moveTo>
                    <a:pt x="2310130" y="1424700"/>
                  </a:moveTo>
                  <a:cubicBezTo>
                    <a:pt x="1192530" y="1102120"/>
                    <a:pt x="416560" y="655080"/>
                    <a:pt x="483870" y="333770"/>
                  </a:cubicBezTo>
                  <a:cubicBezTo>
                    <a:pt x="565150" y="-53580"/>
                    <a:pt x="1838960" y="-112000"/>
                    <a:pt x="3326130" y="201690"/>
                  </a:cubicBezTo>
                  <a:cubicBezTo>
                    <a:pt x="4455160" y="440450"/>
                    <a:pt x="5384800" y="825260"/>
                    <a:pt x="5730240" y="1166890"/>
                  </a:cubicBezTo>
                  <a:cubicBezTo>
                    <a:pt x="5824220" y="1235470"/>
                    <a:pt x="5876290" y="1321830"/>
                    <a:pt x="5876290" y="1424700"/>
                  </a:cubicBezTo>
                  <a:lnTo>
                    <a:pt x="5876290" y="1428510"/>
                  </a:lnTo>
                  <a:cubicBezTo>
                    <a:pt x="5876290" y="1438670"/>
                    <a:pt x="5876290" y="1448830"/>
                    <a:pt x="5875020" y="1457720"/>
                  </a:cubicBezTo>
                  <a:cubicBezTo>
                    <a:pt x="5843270" y="1758710"/>
                    <a:pt x="5398770" y="2134630"/>
                    <a:pt x="4721860" y="2477530"/>
                  </a:cubicBezTo>
                  <a:cubicBezTo>
                    <a:pt x="4951730" y="2618500"/>
                    <a:pt x="5083810" y="2784870"/>
                    <a:pt x="5083810" y="2961400"/>
                  </a:cubicBezTo>
                  <a:cubicBezTo>
                    <a:pt x="5083810" y="3000770"/>
                    <a:pt x="5077460" y="3040140"/>
                    <a:pt x="5064760" y="3076970"/>
                  </a:cubicBezTo>
                  <a:cubicBezTo>
                    <a:pt x="5760720" y="3231910"/>
                    <a:pt x="6234430" y="3474480"/>
                    <a:pt x="6316980" y="3750070"/>
                  </a:cubicBezTo>
                  <a:cubicBezTo>
                    <a:pt x="6325870" y="3778010"/>
                    <a:pt x="6329680" y="3805950"/>
                    <a:pt x="6329680" y="3835160"/>
                  </a:cubicBezTo>
                  <a:cubicBezTo>
                    <a:pt x="6329680" y="4354590"/>
                    <a:pt x="5077460" y="5218190"/>
                    <a:pt x="3534410" y="5763021"/>
                  </a:cubicBezTo>
                  <a:cubicBezTo>
                    <a:pt x="1991360" y="6307851"/>
                    <a:pt x="739140" y="6329441"/>
                    <a:pt x="739140" y="5810011"/>
                  </a:cubicBezTo>
                  <a:cubicBezTo>
                    <a:pt x="739140" y="5505211"/>
                    <a:pt x="1169670" y="5082301"/>
                    <a:pt x="1837690" y="4674631"/>
                  </a:cubicBezTo>
                  <a:cubicBezTo>
                    <a:pt x="830580" y="4520960"/>
                    <a:pt x="140970" y="4203460"/>
                    <a:pt x="140970" y="3836430"/>
                  </a:cubicBezTo>
                  <a:cubicBezTo>
                    <a:pt x="140970" y="3704350"/>
                    <a:pt x="231140" y="3578620"/>
                    <a:pt x="392430" y="3464320"/>
                  </a:cubicBezTo>
                  <a:cubicBezTo>
                    <a:pt x="143510" y="3319540"/>
                    <a:pt x="0" y="3146820"/>
                    <a:pt x="0" y="2962670"/>
                  </a:cubicBezTo>
                  <a:lnTo>
                    <a:pt x="0" y="2952510"/>
                  </a:lnTo>
                  <a:cubicBezTo>
                    <a:pt x="0" y="2499120"/>
                    <a:pt x="989330" y="1860310"/>
                    <a:pt x="2310130" y="1424700"/>
                  </a:cubicBezTo>
                  <a:lnTo>
                    <a:pt x="2310130" y="1424700"/>
                  </a:lnTo>
                  <a:close/>
                </a:path>
              </a:pathLst>
            </a:custGeom>
            <a:blipFill>
              <a:blip r:embed="rId3"/>
              <a:stretch>
                <a:fillRect l="-23343" t="0" r="-23343" b="0"/>
              </a:stretch>
            </a:blipFill>
          </p:spPr>
        </p:sp>
      </p:grpSp>
      <p:sp>
        <p:nvSpPr>
          <p:cNvPr name="TextBox 5" id="5"/>
          <p:cNvSpPr txBox="true"/>
          <p:nvPr/>
        </p:nvSpPr>
        <p:spPr>
          <a:xfrm rot="0">
            <a:off x="1504950" y="2167688"/>
            <a:ext cx="7397379" cy="2482850"/>
          </a:xfrm>
          <a:prstGeom prst="rect">
            <a:avLst/>
          </a:prstGeom>
        </p:spPr>
        <p:txBody>
          <a:bodyPr anchor="t" rtlCol="false" tIns="0" lIns="0" bIns="0" rIns="0">
            <a:spAutoFit/>
          </a:bodyPr>
          <a:lstStyle/>
          <a:p>
            <a:pPr algn="l" marL="0" indent="0" lvl="0">
              <a:lnSpc>
                <a:spcPts val="6550"/>
              </a:lnSpc>
              <a:spcBef>
                <a:spcPct val="0"/>
              </a:spcBef>
            </a:pPr>
            <a:r>
              <a:rPr lang="en-US" sz="5000">
                <a:solidFill>
                  <a:srgbClr val="FFFFFF"/>
                </a:solidFill>
                <a:latin typeface="TT Milks Casual Pie Base"/>
                <a:ea typeface="TT Milks Casual Pie Base"/>
                <a:cs typeface="TT Milks Casual Pie Base"/>
                <a:sym typeface="TT Milks Casual Pie Base"/>
              </a:rPr>
              <a:t>How to Improve Concentration and Attention</a:t>
            </a:r>
          </a:p>
        </p:txBody>
      </p:sp>
      <p:sp>
        <p:nvSpPr>
          <p:cNvPr name="TextBox 6" id="6"/>
          <p:cNvSpPr txBox="true"/>
          <p:nvPr/>
        </p:nvSpPr>
        <p:spPr>
          <a:xfrm rot="0">
            <a:off x="1504950" y="4821757"/>
            <a:ext cx="7639050" cy="3230880"/>
          </a:xfrm>
          <a:prstGeom prst="rect">
            <a:avLst/>
          </a:prstGeom>
        </p:spPr>
        <p:txBody>
          <a:bodyPr anchor="t" rtlCol="false" tIns="0" lIns="0" bIns="0" rIns="0">
            <a:spAutoFit/>
          </a:bodyPr>
          <a:lstStyle/>
          <a:p>
            <a:pPr algn="l" marL="0" indent="0" lvl="0">
              <a:lnSpc>
                <a:spcPts val="2564"/>
              </a:lnSpc>
              <a:spcBef>
                <a:spcPct val="0"/>
              </a:spcBef>
            </a:pPr>
            <a:r>
              <a:rPr lang="en-US" sz="1899" spc="113" u="none">
                <a:solidFill>
                  <a:srgbClr val="FFFFFF"/>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564"/>
              </a:lnSpc>
              <a:spcBef>
                <a:spcPct val="0"/>
              </a:spcBef>
            </a:pPr>
          </a:p>
          <a:p>
            <a:pPr algn="l" marL="0" indent="0" lvl="0">
              <a:lnSpc>
                <a:spcPts val="2564"/>
              </a:lnSpc>
              <a:spcBef>
                <a:spcPct val="0"/>
              </a:spcBef>
            </a:pPr>
            <a:r>
              <a:rPr lang="en-US" sz="1899" spc="113" u="none">
                <a:solidFill>
                  <a:srgbClr val="FFFFFF"/>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845960" y="2333852"/>
            <a:ext cx="7024119" cy="5619295"/>
          </a:xfrm>
          <a:custGeom>
            <a:avLst/>
            <a:gdLst/>
            <a:ahLst/>
            <a:cxnLst/>
            <a:rect r="r" b="b" t="t" l="l"/>
            <a:pathLst>
              <a:path h="5619295" w="7024119">
                <a:moveTo>
                  <a:pt x="0" y="0"/>
                </a:moveTo>
                <a:lnTo>
                  <a:pt x="7024119" y="0"/>
                </a:lnTo>
                <a:lnTo>
                  <a:pt x="7024119" y="5619296"/>
                </a:lnTo>
                <a:lnTo>
                  <a:pt x="0" y="56192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417921" y="2333852"/>
            <a:ext cx="7024119" cy="5619295"/>
          </a:xfrm>
          <a:custGeom>
            <a:avLst/>
            <a:gdLst/>
            <a:ahLst/>
            <a:cxnLst/>
            <a:rect r="r" b="b" t="t" l="l"/>
            <a:pathLst>
              <a:path h="5619295" w="7024119">
                <a:moveTo>
                  <a:pt x="0" y="0"/>
                </a:moveTo>
                <a:lnTo>
                  <a:pt x="7024119" y="0"/>
                </a:lnTo>
                <a:lnTo>
                  <a:pt x="7024119" y="5619296"/>
                </a:lnTo>
                <a:lnTo>
                  <a:pt x="0" y="56192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3034030" y="2441762"/>
            <a:ext cx="4647979" cy="413973"/>
          </a:xfrm>
          <a:prstGeom prst="rect">
            <a:avLst/>
          </a:prstGeom>
        </p:spPr>
        <p:txBody>
          <a:bodyPr anchor="t" rtlCol="false" tIns="0" lIns="0" bIns="0" rIns="0">
            <a:spAutoFit/>
          </a:bodyPr>
          <a:lstStyle/>
          <a:p>
            <a:pPr algn="ctr">
              <a:lnSpc>
                <a:spcPts val="3432"/>
              </a:lnSpc>
            </a:pPr>
            <a:r>
              <a:rPr lang="en-US" b="true" sz="2451" spc="44">
                <a:solidFill>
                  <a:srgbClr val="FFFFFF"/>
                </a:solidFill>
                <a:latin typeface="Montserrat Bold"/>
                <a:ea typeface="Montserrat Bold"/>
                <a:cs typeface="Montserrat Bold"/>
                <a:sym typeface="Montserrat Bold"/>
              </a:rPr>
              <a:t>MISSION</a:t>
            </a:r>
          </a:p>
        </p:txBody>
      </p:sp>
      <p:sp>
        <p:nvSpPr>
          <p:cNvPr name="TextBox 6" id="6"/>
          <p:cNvSpPr txBox="true"/>
          <p:nvPr/>
        </p:nvSpPr>
        <p:spPr>
          <a:xfrm rot="0">
            <a:off x="10605991" y="2441762"/>
            <a:ext cx="4647979" cy="413973"/>
          </a:xfrm>
          <a:prstGeom prst="rect">
            <a:avLst/>
          </a:prstGeom>
        </p:spPr>
        <p:txBody>
          <a:bodyPr anchor="t" rtlCol="false" tIns="0" lIns="0" bIns="0" rIns="0">
            <a:spAutoFit/>
          </a:bodyPr>
          <a:lstStyle/>
          <a:p>
            <a:pPr algn="ctr">
              <a:lnSpc>
                <a:spcPts val="3432"/>
              </a:lnSpc>
            </a:pPr>
            <a:r>
              <a:rPr lang="en-US" b="true" sz="2451" spc="44">
                <a:solidFill>
                  <a:srgbClr val="FFFFFF"/>
                </a:solidFill>
                <a:latin typeface="Montserrat Bold"/>
                <a:ea typeface="Montserrat Bold"/>
                <a:cs typeface="Montserrat Bold"/>
                <a:sym typeface="Montserrat Bold"/>
              </a:rPr>
              <a:t>OBJECTIVES</a:t>
            </a:r>
          </a:p>
        </p:txBody>
      </p:sp>
      <p:sp>
        <p:nvSpPr>
          <p:cNvPr name="TextBox 7" id="7"/>
          <p:cNvSpPr txBox="true"/>
          <p:nvPr/>
        </p:nvSpPr>
        <p:spPr>
          <a:xfrm rot="0">
            <a:off x="2518041" y="3466686"/>
            <a:ext cx="5679956" cy="3897173"/>
          </a:xfrm>
          <a:prstGeom prst="rect">
            <a:avLst/>
          </a:prstGeom>
        </p:spPr>
        <p:txBody>
          <a:bodyPr anchor="t" rtlCol="false" tIns="0" lIns="0" bIns="0" rIns="0">
            <a:spAutoFit/>
          </a:bodyPr>
          <a:lstStyle/>
          <a:p>
            <a:pPr algn="ctr">
              <a:lnSpc>
                <a:spcPts val="2603"/>
              </a:lnSpc>
            </a:pPr>
            <a:r>
              <a:rPr lang="en-US" sz="1859" spc="33">
                <a:solidFill>
                  <a:srgbClr val="00000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ctr">
              <a:lnSpc>
                <a:spcPts val="2603"/>
              </a:lnSpc>
            </a:pPr>
          </a:p>
          <a:p>
            <a:pPr algn="ctr">
              <a:lnSpc>
                <a:spcPts val="2603"/>
              </a:lnSpc>
            </a:pPr>
            <a:r>
              <a:rPr lang="en-US" sz="1859" spc="33">
                <a:solidFill>
                  <a:srgbClr val="000000"/>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
        <p:nvSpPr>
          <p:cNvPr name="TextBox 8" id="8"/>
          <p:cNvSpPr txBox="true"/>
          <p:nvPr/>
        </p:nvSpPr>
        <p:spPr>
          <a:xfrm rot="0">
            <a:off x="10090003" y="3466686"/>
            <a:ext cx="5679956" cy="3897173"/>
          </a:xfrm>
          <a:prstGeom prst="rect">
            <a:avLst/>
          </a:prstGeom>
        </p:spPr>
        <p:txBody>
          <a:bodyPr anchor="t" rtlCol="false" tIns="0" lIns="0" bIns="0" rIns="0">
            <a:spAutoFit/>
          </a:bodyPr>
          <a:lstStyle/>
          <a:p>
            <a:pPr algn="ctr">
              <a:lnSpc>
                <a:spcPts val="2603"/>
              </a:lnSpc>
            </a:pPr>
            <a:r>
              <a:rPr lang="en-US" sz="1859" spc="33">
                <a:solidFill>
                  <a:srgbClr val="00000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ctr">
              <a:lnSpc>
                <a:spcPts val="2603"/>
              </a:lnSpc>
            </a:pPr>
          </a:p>
          <a:p>
            <a:pPr algn="ctr">
              <a:lnSpc>
                <a:spcPts val="2603"/>
              </a:lnSpc>
            </a:pPr>
            <a:r>
              <a:rPr lang="en-US" sz="1859" spc="33">
                <a:solidFill>
                  <a:srgbClr val="000000"/>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746354" y="4120657"/>
            <a:ext cx="3427523" cy="1099820"/>
          </a:xfrm>
          <a:prstGeom prst="rect">
            <a:avLst/>
          </a:prstGeom>
        </p:spPr>
        <p:txBody>
          <a:bodyPr anchor="t" rtlCol="false" tIns="0" lIns="0" bIns="0" rIns="0">
            <a:spAutoFit/>
          </a:bodyPr>
          <a:lstStyle/>
          <a:p>
            <a:pPr algn="ctr">
              <a:lnSpc>
                <a:spcPts val="4479"/>
              </a:lnSpc>
            </a:pPr>
            <a:r>
              <a:rPr lang="en-US" b="true" sz="3199" spc="57">
                <a:solidFill>
                  <a:srgbClr val="FFFFFF"/>
                </a:solidFill>
                <a:latin typeface="Montserrat Bold"/>
                <a:ea typeface="Montserrat Bold"/>
                <a:cs typeface="Montserrat Bold"/>
                <a:sym typeface="Montserrat Bold"/>
              </a:rPr>
              <a:t>VISUAL LEARNING</a:t>
            </a:r>
          </a:p>
        </p:txBody>
      </p:sp>
      <p:sp>
        <p:nvSpPr>
          <p:cNvPr name="TextBox 4" id="4"/>
          <p:cNvSpPr txBox="true"/>
          <p:nvPr/>
        </p:nvSpPr>
        <p:spPr>
          <a:xfrm rot="0">
            <a:off x="7058694" y="4120657"/>
            <a:ext cx="4170612" cy="1099820"/>
          </a:xfrm>
          <a:prstGeom prst="rect">
            <a:avLst/>
          </a:prstGeom>
        </p:spPr>
        <p:txBody>
          <a:bodyPr anchor="t" rtlCol="false" tIns="0" lIns="0" bIns="0" rIns="0">
            <a:spAutoFit/>
          </a:bodyPr>
          <a:lstStyle/>
          <a:p>
            <a:pPr algn="ctr" marL="0" indent="0" lvl="1">
              <a:lnSpc>
                <a:spcPts val="4479"/>
              </a:lnSpc>
              <a:spcBef>
                <a:spcPct val="0"/>
              </a:spcBef>
            </a:pPr>
            <a:r>
              <a:rPr lang="en-US" b="true" sz="3199" spc="57">
                <a:solidFill>
                  <a:srgbClr val="FFFFFF"/>
                </a:solidFill>
                <a:latin typeface="Montserrat Bold"/>
                <a:ea typeface="Montserrat Bold"/>
                <a:cs typeface="Montserrat Bold"/>
                <a:sym typeface="Montserrat Bold"/>
              </a:rPr>
              <a:t>AUDITORY LEARNING</a:t>
            </a:r>
          </a:p>
        </p:txBody>
      </p:sp>
      <p:sp>
        <p:nvSpPr>
          <p:cNvPr name="TextBox 5" id="5"/>
          <p:cNvSpPr txBox="true"/>
          <p:nvPr/>
        </p:nvSpPr>
        <p:spPr>
          <a:xfrm rot="0">
            <a:off x="12024052" y="4120657"/>
            <a:ext cx="3607666" cy="1099820"/>
          </a:xfrm>
          <a:prstGeom prst="rect">
            <a:avLst/>
          </a:prstGeom>
        </p:spPr>
        <p:txBody>
          <a:bodyPr anchor="t" rtlCol="false" tIns="0" lIns="0" bIns="0" rIns="0">
            <a:spAutoFit/>
          </a:bodyPr>
          <a:lstStyle/>
          <a:p>
            <a:pPr algn="ctr" marL="0" indent="0" lvl="1">
              <a:lnSpc>
                <a:spcPts val="4479"/>
              </a:lnSpc>
              <a:spcBef>
                <a:spcPct val="0"/>
              </a:spcBef>
            </a:pPr>
            <a:r>
              <a:rPr lang="en-US" b="true" sz="3199" spc="57">
                <a:solidFill>
                  <a:srgbClr val="FFFFFF"/>
                </a:solidFill>
                <a:latin typeface="Montserrat Bold"/>
                <a:ea typeface="Montserrat Bold"/>
                <a:cs typeface="Montserrat Bold"/>
                <a:sym typeface="Montserrat Bold"/>
              </a:rPr>
              <a:t>TACTILE LEARNING</a:t>
            </a:r>
          </a:p>
        </p:txBody>
      </p:sp>
      <p:sp>
        <p:nvSpPr>
          <p:cNvPr name="TextBox 6" id="6"/>
          <p:cNvSpPr txBox="true"/>
          <p:nvPr/>
        </p:nvSpPr>
        <p:spPr>
          <a:xfrm rot="0">
            <a:off x="2629540" y="5494602"/>
            <a:ext cx="3661151" cy="2821305"/>
          </a:xfrm>
          <a:prstGeom prst="rect">
            <a:avLst/>
          </a:prstGeom>
        </p:spPr>
        <p:txBody>
          <a:bodyPr anchor="t" rtlCol="false" tIns="0" lIns="0" bIns="0" rIns="0">
            <a:spAutoFit/>
          </a:bodyPr>
          <a:lstStyle/>
          <a:p>
            <a:pPr algn="ctr">
              <a:lnSpc>
                <a:spcPts val="2519"/>
              </a:lnSpc>
            </a:pPr>
            <a:r>
              <a:rPr lang="en-US" b="true" sz="1799" spc="32">
                <a:solidFill>
                  <a:srgbClr val="FFFFFF"/>
                </a:solidFill>
                <a:latin typeface="Montserrat Bold"/>
                <a:ea typeface="Montserrat Bold"/>
                <a:cs typeface="Montserrat Bold"/>
                <a:sym typeface="Montserrat Bold"/>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7" id="7"/>
          <p:cNvSpPr txBox="true"/>
          <p:nvPr/>
        </p:nvSpPr>
        <p:spPr>
          <a:xfrm rot="0">
            <a:off x="7313425" y="5494602"/>
            <a:ext cx="3661151" cy="2821305"/>
          </a:xfrm>
          <a:prstGeom prst="rect">
            <a:avLst/>
          </a:prstGeom>
        </p:spPr>
        <p:txBody>
          <a:bodyPr anchor="t" rtlCol="false" tIns="0" lIns="0" bIns="0" rIns="0">
            <a:spAutoFit/>
          </a:bodyPr>
          <a:lstStyle/>
          <a:p>
            <a:pPr algn="ctr">
              <a:lnSpc>
                <a:spcPts val="2519"/>
              </a:lnSpc>
            </a:pPr>
            <a:r>
              <a:rPr lang="en-US" b="true" sz="1799" spc="32">
                <a:solidFill>
                  <a:srgbClr val="FFFFFF"/>
                </a:solidFill>
                <a:latin typeface="Montserrat Bold"/>
                <a:ea typeface="Montserrat Bold"/>
                <a:cs typeface="Montserrat Bold"/>
                <a:sym typeface="Montserrat Bold"/>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8" id="8"/>
          <p:cNvSpPr txBox="true"/>
          <p:nvPr/>
        </p:nvSpPr>
        <p:spPr>
          <a:xfrm rot="0">
            <a:off x="11997309" y="5494602"/>
            <a:ext cx="3661151" cy="2821305"/>
          </a:xfrm>
          <a:prstGeom prst="rect">
            <a:avLst/>
          </a:prstGeom>
        </p:spPr>
        <p:txBody>
          <a:bodyPr anchor="t" rtlCol="false" tIns="0" lIns="0" bIns="0" rIns="0">
            <a:spAutoFit/>
          </a:bodyPr>
          <a:lstStyle/>
          <a:p>
            <a:pPr algn="ctr">
              <a:lnSpc>
                <a:spcPts val="2519"/>
              </a:lnSpc>
            </a:pPr>
            <a:r>
              <a:rPr lang="en-US" b="true" sz="1799" spc="32">
                <a:solidFill>
                  <a:srgbClr val="FFFFFF"/>
                </a:solidFill>
                <a:latin typeface="Montserrat Bold"/>
                <a:ea typeface="Montserrat Bold"/>
                <a:cs typeface="Montserrat Bold"/>
                <a:sym typeface="Montserrat Bold"/>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9" id="9"/>
          <p:cNvSpPr txBox="true"/>
          <p:nvPr/>
        </p:nvSpPr>
        <p:spPr>
          <a:xfrm rot="0">
            <a:off x="4983695" y="1904417"/>
            <a:ext cx="8320610" cy="1654175"/>
          </a:xfrm>
          <a:prstGeom prst="rect">
            <a:avLst/>
          </a:prstGeom>
        </p:spPr>
        <p:txBody>
          <a:bodyPr anchor="t" rtlCol="false" tIns="0" lIns="0" bIns="0" rIns="0">
            <a:spAutoFit/>
          </a:bodyPr>
          <a:lstStyle/>
          <a:p>
            <a:pPr algn="ctr" marL="0" indent="0" lvl="0">
              <a:lnSpc>
                <a:spcPts val="6550"/>
              </a:lnSpc>
              <a:spcBef>
                <a:spcPct val="0"/>
              </a:spcBef>
            </a:pPr>
            <a:r>
              <a:rPr lang="en-US" sz="5000">
                <a:solidFill>
                  <a:srgbClr val="FFFFFF"/>
                </a:solidFill>
                <a:latin typeface="TT Milks Casual Pie Base"/>
                <a:ea typeface="TT Milks Casual Pie Base"/>
                <a:cs typeface="TT Milks Casual Pie Base"/>
                <a:sym typeface="TT Milks Casual Pie Base"/>
              </a:rPr>
              <a:t>The Different Learning Styles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134760" y="1584542"/>
            <a:ext cx="14018481" cy="7117916"/>
            <a:chOff x="0" y="0"/>
            <a:chExt cx="3692110" cy="1874677"/>
          </a:xfrm>
        </p:grpSpPr>
        <p:sp>
          <p:nvSpPr>
            <p:cNvPr name="Freeform 4" id="4"/>
            <p:cNvSpPr/>
            <p:nvPr/>
          </p:nvSpPr>
          <p:spPr>
            <a:xfrm flipH="false" flipV="false" rot="0">
              <a:off x="0" y="0"/>
              <a:ext cx="3692110" cy="1874677"/>
            </a:xfrm>
            <a:custGeom>
              <a:avLst/>
              <a:gdLst/>
              <a:ahLst/>
              <a:cxnLst/>
              <a:rect r="r" b="b" t="t" l="l"/>
              <a:pathLst>
                <a:path h="1874677" w="3692110">
                  <a:moveTo>
                    <a:pt x="0" y="0"/>
                  </a:moveTo>
                  <a:lnTo>
                    <a:pt x="3692110" y="0"/>
                  </a:lnTo>
                  <a:lnTo>
                    <a:pt x="3692110" y="1874677"/>
                  </a:lnTo>
                  <a:lnTo>
                    <a:pt x="0" y="1874677"/>
                  </a:lnTo>
                  <a:close/>
                </a:path>
              </a:pathLst>
            </a:custGeom>
            <a:solidFill>
              <a:srgbClr val="FFFFFF"/>
            </a:solidFill>
            <a:ln w="19050" cap="sq">
              <a:solidFill>
                <a:srgbClr val="000000"/>
              </a:solidFill>
              <a:prstDash val="solid"/>
              <a:miter/>
            </a:ln>
          </p:spPr>
        </p:sp>
        <p:sp>
          <p:nvSpPr>
            <p:cNvPr name="TextBox 5" id="5"/>
            <p:cNvSpPr txBox="true"/>
            <p:nvPr/>
          </p:nvSpPr>
          <p:spPr>
            <a:xfrm>
              <a:off x="0" y="-38100"/>
              <a:ext cx="3692110" cy="1912777"/>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4193359" y="4774855"/>
            <a:ext cx="9901281" cy="2583179"/>
          </a:xfrm>
          <a:prstGeom prst="rect">
            <a:avLst/>
          </a:prstGeom>
        </p:spPr>
        <p:txBody>
          <a:bodyPr anchor="t" rtlCol="false" tIns="0" lIns="0" bIns="0" rIns="0">
            <a:spAutoFit/>
          </a:bodyPr>
          <a:lstStyle/>
          <a:p>
            <a:pPr algn="ctr">
              <a:lnSpc>
                <a:spcPts val="2565"/>
              </a:lnSpc>
            </a:pPr>
            <a:r>
              <a:rPr lang="en-US" b="true" sz="1900" spc="114">
                <a:solidFill>
                  <a:srgbClr val="000000"/>
                </a:solidFill>
                <a:latin typeface="Montserrat Bold"/>
                <a:ea typeface="Montserrat Bold"/>
                <a:cs typeface="Montserrat Bold"/>
                <a:sym typeface="Montserrat Bold"/>
              </a:rPr>
              <a:t>Lorem ipsum dolor sit amet, consectetur adipiscing elit, sed do eiusmod tempor incididunt ut labore et dolore magna aliqua. Ut enim ad minim veniam, quis nostrud exercitation ullamco laboris nisi ut aliquip ex ea commodo consequat.</a:t>
            </a:r>
          </a:p>
          <a:p>
            <a:pPr algn="ctr">
              <a:lnSpc>
                <a:spcPts val="2565"/>
              </a:lnSpc>
            </a:pPr>
          </a:p>
          <a:p>
            <a:pPr algn="ctr">
              <a:lnSpc>
                <a:spcPts val="2565"/>
              </a:lnSpc>
            </a:pPr>
            <a:r>
              <a:rPr lang="en-US" b="true" sz="1900" spc="114">
                <a:solidFill>
                  <a:srgbClr val="000000"/>
                </a:solidFill>
                <a:latin typeface="Montserrat Bold"/>
                <a:ea typeface="Montserrat Bold"/>
                <a:cs typeface="Montserrat Bold"/>
                <a:sym typeface="Montserrat Bold"/>
              </a:rPr>
              <a:t>Duis aute irure dolor in reprehenderit in voluptate velit esse cillum dolore eu fugiat nulla pariatur. Excepteur sint occaecat cupidatat non proident, sunt in culpa qui officia deserunt mollit anim id est laborum.</a:t>
            </a:r>
          </a:p>
        </p:txBody>
      </p:sp>
      <p:sp>
        <p:nvSpPr>
          <p:cNvPr name="TextBox 7" id="7"/>
          <p:cNvSpPr txBox="true"/>
          <p:nvPr/>
        </p:nvSpPr>
        <p:spPr>
          <a:xfrm rot="0">
            <a:off x="3905425" y="2957541"/>
            <a:ext cx="10477149" cy="1582420"/>
          </a:xfrm>
          <a:prstGeom prst="rect">
            <a:avLst/>
          </a:prstGeom>
        </p:spPr>
        <p:txBody>
          <a:bodyPr anchor="t" rtlCol="false" tIns="0" lIns="0" bIns="0" rIns="0">
            <a:spAutoFit/>
          </a:bodyPr>
          <a:lstStyle/>
          <a:p>
            <a:pPr algn="ctr" marL="0" indent="0" lvl="0">
              <a:lnSpc>
                <a:spcPts val="6215"/>
              </a:lnSpc>
              <a:spcBef>
                <a:spcPct val="0"/>
              </a:spcBef>
            </a:pPr>
            <a:r>
              <a:rPr lang="en-US" sz="5500">
                <a:solidFill>
                  <a:srgbClr val="000000"/>
                </a:solidFill>
                <a:latin typeface="TT Milks Casual Pie Base"/>
                <a:ea typeface="TT Milks Casual Pie Base"/>
                <a:cs typeface="TT Milks Casual Pie Base"/>
                <a:sym typeface="TT Milks Casual Pie Base"/>
              </a:rPr>
              <a:t>How to Overcome Learning Blocks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958609" y="5045608"/>
            <a:ext cx="14370782" cy="3497522"/>
            <a:chOff x="0" y="0"/>
            <a:chExt cx="3960183" cy="963819"/>
          </a:xfrm>
        </p:grpSpPr>
        <p:sp>
          <p:nvSpPr>
            <p:cNvPr name="Freeform 4" id="4"/>
            <p:cNvSpPr/>
            <p:nvPr/>
          </p:nvSpPr>
          <p:spPr>
            <a:xfrm flipH="false" flipV="false" rot="0">
              <a:off x="0" y="0"/>
              <a:ext cx="3960183" cy="963819"/>
            </a:xfrm>
            <a:custGeom>
              <a:avLst/>
              <a:gdLst/>
              <a:ahLst/>
              <a:cxnLst/>
              <a:rect r="r" b="b" t="t" l="l"/>
              <a:pathLst>
                <a:path h="963819" w="3960183">
                  <a:moveTo>
                    <a:pt x="0" y="0"/>
                  </a:moveTo>
                  <a:lnTo>
                    <a:pt x="3960183" y="0"/>
                  </a:lnTo>
                  <a:lnTo>
                    <a:pt x="3960183" y="963819"/>
                  </a:lnTo>
                  <a:lnTo>
                    <a:pt x="0" y="963819"/>
                  </a:lnTo>
                  <a:close/>
                </a:path>
              </a:pathLst>
            </a:custGeom>
            <a:solidFill>
              <a:srgbClr val="FFFFFF"/>
            </a:solidFill>
            <a:ln w="19050" cap="sq">
              <a:solidFill>
                <a:srgbClr val="000000"/>
              </a:solidFill>
              <a:prstDash val="solid"/>
              <a:miter/>
            </a:ln>
          </p:spPr>
        </p:sp>
        <p:sp>
          <p:nvSpPr>
            <p:cNvPr name="TextBox 5" id="5"/>
            <p:cNvSpPr txBox="true"/>
            <p:nvPr/>
          </p:nvSpPr>
          <p:spPr>
            <a:xfrm>
              <a:off x="0" y="-38100"/>
              <a:ext cx="3960183" cy="100191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5824371" y="1848645"/>
            <a:ext cx="6639258" cy="3095625"/>
          </a:xfrm>
          <a:prstGeom prst="rect">
            <a:avLst/>
          </a:prstGeom>
        </p:spPr>
        <p:txBody>
          <a:bodyPr anchor="t" rtlCol="false" tIns="0" lIns="0" bIns="0" rIns="0">
            <a:spAutoFit/>
          </a:bodyPr>
          <a:lstStyle/>
          <a:p>
            <a:pPr algn="ctr">
              <a:lnSpc>
                <a:spcPts val="24149"/>
              </a:lnSpc>
            </a:pPr>
            <a:r>
              <a:rPr lang="en-US" sz="21000">
                <a:solidFill>
                  <a:srgbClr val="FFFFFF"/>
                </a:solidFill>
                <a:latin typeface="TT Milks Casual Pie Base"/>
                <a:ea typeface="TT Milks Casual Pie Base"/>
                <a:cs typeface="TT Milks Casual Pie Base"/>
                <a:sym typeface="TT Milks Casual Pie Base"/>
              </a:rPr>
              <a:t>85%</a:t>
            </a:r>
          </a:p>
        </p:txBody>
      </p:sp>
      <p:sp>
        <p:nvSpPr>
          <p:cNvPr name="TextBox 7" id="7"/>
          <p:cNvSpPr txBox="true"/>
          <p:nvPr/>
        </p:nvSpPr>
        <p:spPr>
          <a:xfrm rot="0">
            <a:off x="3559812" y="5548181"/>
            <a:ext cx="11168377" cy="2454275"/>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Montserrat Medium"/>
                <a:ea typeface="Montserrat Medium"/>
                <a:cs typeface="Montserrat Medium"/>
                <a:sym typeface="Montserrat Medium"/>
              </a:rPr>
              <a:t>Lorem ipsum dolor sit amet, consectetur adipiscing elit, sed do eiusmod tempor incididunt ut labore et dolore magna aliqua.</a:t>
            </a:r>
          </a:p>
          <a:p>
            <a:pPr algn="ctr">
              <a:lnSpc>
                <a:spcPts val="2800"/>
              </a:lnSpc>
              <a:spcBef>
                <a:spcPct val="0"/>
              </a:spcBef>
            </a:pPr>
          </a:p>
          <a:p>
            <a:pPr algn="ctr">
              <a:lnSpc>
                <a:spcPts val="2800"/>
              </a:lnSpc>
              <a:spcBef>
                <a:spcPct val="0"/>
              </a:spcBef>
            </a:pPr>
            <a:r>
              <a:rPr lang="en-US" b="true" sz="2000">
                <a:solidFill>
                  <a:srgbClr val="000000"/>
                </a:solidFill>
                <a:latin typeface="Montserrat Medium"/>
                <a:ea typeface="Montserrat Medium"/>
                <a:cs typeface="Montserrat Medium"/>
                <a:sym typeface="Montserrat Medium"/>
              </a:rPr>
              <a:t>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a:grpSpLocks noChangeAspect="true"/>
          </p:cNvGrpSpPr>
          <p:nvPr/>
        </p:nvGrpSpPr>
        <p:grpSpPr>
          <a:xfrm rot="0">
            <a:off x="9776633" y="1485507"/>
            <a:ext cx="7482667" cy="7315985"/>
            <a:chOff x="0" y="0"/>
            <a:chExt cx="6328410" cy="6187440"/>
          </a:xfrm>
        </p:grpSpPr>
        <p:sp>
          <p:nvSpPr>
            <p:cNvPr name="Freeform 4" id="4"/>
            <p:cNvSpPr/>
            <p:nvPr/>
          </p:nvSpPr>
          <p:spPr>
            <a:xfrm flipH="false" flipV="false" rot="0">
              <a:off x="0" y="240"/>
              <a:ext cx="6329680" cy="6186027"/>
            </a:xfrm>
            <a:custGeom>
              <a:avLst/>
              <a:gdLst/>
              <a:ahLst/>
              <a:cxnLst/>
              <a:rect r="r" b="b" t="t" l="l"/>
              <a:pathLst>
                <a:path h="6186027" w="6329680">
                  <a:moveTo>
                    <a:pt x="2310130" y="1424700"/>
                  </a:moveTo>
                  <a:cubicBezTo>
                    <a:pt x="1192530" y="1102120"/>
                    <a:pt x="416560" y="655080"/>
                    <a:pt x="483870" y="333770"/>
                  </a:cubicBezTo>
                  <a:cubicBezTo>
                    <a:pt x="565150" y="-53580"/>
                    <a:pt x="1838960" y="-112000"/>
                    <a:pt x="3326130" y="201690"/>
                  </a:cubicBezTo>
                  <a:cubicBezTo>
                    <a:pt x="4455160" y="440450"/>
                    <a:pt x="5384800" y="825260"/>
                    <a:pt x="5730240" y="1166890"/>
                  </a:cubicBezTo>
                  <a:cubicBezTo>
                    <a:pt x="5824220" y="1235470"/>
                    <a:pt x="5876290" y="1321830"/>
                    <a:pt x="5876290" y="1424700"/>
                  </a:cubicBezTo>
                  <a:lnTo>
                    <a:pt x="5876290" y="1428510"/>
                  </a:lnTo>
                  <a:cubicBezTo>
                    <a:pt x="5876290" y="1438670"/>
                    <a:pt x="5876290" y="1448830"/>
                    <a:pt x="5875020" y="1457720"/>
                  </a:cubicBezTo>
                  <a:cubicBezTo>
                    <a:pt x="5843270" y="1758710"/>
                    <a:pt x="5398770" y="2134630"/>
                    <a:pt x="4721860" y="2477530"/>
                  </a:cubicBezTo>
                  <a:cubicBezTo>
                    <a:pt x="4951730" y="2618500"/>
                    <a:pt x="5083810" y="2784870"/>
                    <a:pt x="5083810" y="2961400"/>
                  </a:cubicBezTo>
                  <a:cubicBezTo>
                    <a:pt x="5083810" y="3000770"/>
                    <a:pt x="5077460" y="3040140"/>
                    <a:pt x="5064760" y="3076970"/>
                  </a:cubicBezTo>
                  <a:cubicBezTo>
                    <a:pt x="5760720" y="3231910"/>
                    <a:pt x="6234430" y="3474480"/>
                    <a:pt x="6316980" y="3750070"/>
                  </a:cubicBezTo>
                  <a:cubicBezTo>
                    <a:pt x="6325870" y="3778010"/>
                    <a:pt x="6329680" y="3805950"/>
                    <a:pt x="6329680" y="3835160"/>
                  </a:cubicBezTo>
                  <a:cubicBezTo>
                    <a:pt x="6329680" y="4354590"/>
                    <a:pt x="5077460" y="5218190"/>
                    <a:pt x="3534410" y="5763021"/>
                  </a:cubicBezTo>
                  <a:cubicBezTo>
                    <a:pt x="1991360" y="6307851"/>
                    <a:pt x="739140" y="6329441"/>
                    <a:pt x="739140" y="5810011"/>
                  </a:cubicBezTo>
                  <a:cubicBezTo>
                    <a:pt x="739140" y="5505211"/>
                    <a:pt x="1169670" y="5082301"/>
                    <a:pt x="1837690" y="4674631"/>
                  </a:cubicBezTo>
                  <a:cubicBezTo>
                    <a:pt x="830580" y="4520960"/>
                    <a:pt x="140970" y="4203460"/>
                    <a:pt x="140970" y="3836430"/>
                  </a:cubicBezTo>
                  <a:cubicBezTo>
                    <a:pt x="140970" y="3704350"/>
                    <a:pt x="231140" y="3578620"/>
                    <a:pt x="392430" y="3464320"/>
                  </a:cubicBezTo>
                  <a:cubicBezTo>
                    <a:pt x="143510" y="3319540"/>
                    <a:pt x="0" y="3146820"/>
                    <a:pt x="0" y="2962670"/>
                  </a:cubicBezTo>
                  <a:lnTo>
                    <a:pt x="0" y="2952510"/>
                  </a:lnTo>
                  <a:cubicBezTo>
                    <a:pt x="0" y="2499120"/>
                    <a:pt x="989330" y="1860310"/>
                    <a:pt x="2310130" y="1424700"/>
                  </a:cubicBezTo>
                  <a:lnTo>
                    <a:pt x="2310130" y="1424700"/>
                  </a:lnTo>
                  <a:close/>
                </a:path>
              </a:pathLst>
            </a:custGeom>
            <a:blipFill>
              <a:blip r:embed="rId3"/>
              <a:stretch>
                <a:fillRect l="0" t="-26789" r="0" b="-26789"/>
              </a:stretch>
            </a:blipFill>
          </p:spPr>
        </p:sp>
      </p:grpSp>
      <p:sp>
        <p:nvSpPr>
          <p:cNvPr name="TextBox 5" id="5"/>
          <p:cNvSpPr txBox="true"/>
          <p:nvPr/>
        </p:nvSpPr>
        <p:spPr>
          <a:xfrm rot="0">
            <a:off x="1504950" y="2996363"/>
            <a:ext cx="7397379" cy="825500"/>
          </a:xfrm>
          <a:prstGeom prst="rect">
            <a:avLst/>
          </a:prstGeom>
        </p:spPr>
        <p:txBody>
          <a:bodyPr anchor="t" rtlCol="false" tIns="0" lIns="0" bIns="0" rIns="0">
            <a:spAutoFit/>
          </a:bodyPr>
          <a:lstStyle/>
          <a:p>
            <a:pPr algn="l" marL="0" indent="0" lvl="0">
              <a:lnSpc>
                <a:spcPts val="6550"/>
              </a:lnSpc>
              <a:spcBef>
                <a:spcPct val="0"/>
              </a:spcBef>
            </a:pPr>
            <a:r>
              <a:rPr lang="en-US" sz="5000">
                <a:solidFill>
                  <a:srgbClr val="FFFFFF"/>
                </a:solidFill>
                <a:latin typeface="TT Milks Casual Pie Base"/>
                <a:ea typeface="TT Milks Casual Pie Base"/>
                <a:cs typeface="TT Milks Casual Pie Base"/>
                <a:sym typeface="TT Milks Casual Pie Base"/>
              </a:rPr>
              <a:t>Conclusions</a:t>
            </a:r>
          </a:p>
        </p:txBody>
      </p:sp>
      <p:sp>
        <p:nvSpPr>
          <p:cNvPr name="TextBox 6" id="6"/>
          <p:cNvSpPr txBox="true"/>
          <p:nvPr/>
        </p:nvSpPr>
        <p:spPr>
          <a:xfrm rot="0">
            <a:off x="1504950" y="3993082"/>
            <a:ext cx="7639050" cy="3230880"/>
          </a:xfrm>
          <a:prstGeom prst="rect">
            <a:avLst/>
          </a:prstGeom>
        </p:spPr>
        <p:txBody>
          <a:bodyPr anchor="t" rtlCol="false" tIns="0" lIns="0" bIns="0" rIns="0">
            <a:spAutoFit/>
          </a:bodyPr>
          <a:lstStyle/>
          <a:p>
            <a:pPr algn="l" marL="0" indent="0" lvl="0">
              <a:lnSpc>
                <a:spcPts val="2564"/>
              </a:lnSpc>
              <a:spcBef>
                <a:spcPct val="0"/>
              </a:spcBef>
            </a:pPr>
            <a:r>
              <a:rPr lang="en-US" sz="1899" spc="113" u="none">
                <a:solidFill>
                  <a:srgbClr val="FFFFFF"/>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a:p>
            <a:pPr algn="l" marL="0" indent="0" lvl="0">
              <a:lnSpc>
                <a:spcPts val="2564"/>
              </a:lnSpc>
              <a:spcBef>
                <a:spcPct val="0"/>
              </a:spcBef>
            </a:pPr>
          </a:p>
          <a:p>
            <a:pPr algn="l" marL="0" indent="0" lvl="0">
              <a:lnSpc>
                <a:spcPts val="2564"/>
              </a:lnSpc>
              <a:spcBef>
                <a:spcPct val="0"/>
              </a:spcBef>
            </a:pPr>
            <a:r>
              <a:rPr lang="en-US" sz="1899" spc="113" u="none">
                <a:solidFill>
                  <a:srgbClr val="FFFFFF"/>
                </a:solidFill>
                <a:latin typeface="Montserrat"/>
                <a:ea typeface="Montserrat"/>
                <a:cs typeface="Montserrat"/>
                <a:sym typeface="Montserrat"/>
              </a:rPr>
              <a:t>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4162085" y="3347085"/>
            <a:ext cx="9963831" cy="3602355"/>
          </a:xfrm>
          <a:prstGeom prst="rect">
            <a:avLst/>
          </a:prstGeom>
        </p:spPr>
        <p:txBody>
          <a:bodyPr anchor="t" rtlCol="false" tIns="0" lIns="0" bIns="0" rIns="0">
            <a:spAutoFit/>
          </a:bodyPr>
          <a:lstStyle/>
          <a:p>
            <a:pPr algn="ctr" marL="0" indent="0" lvl="0">
              <a:lnSpc>
                <a:spcPts val="14160"/>
              </a:lnSpc>
            </a:pPr>
            <a:r>
              <a:rPr lang="en-US" sz="12000">
                <a:solidFill>
                  <a:srgbClr val="FFFFFF"/>
                </a:solidFill>
                <a:latin typeface="TT Milks Casual Pie Base"/>
                <a:ea typeface="TT Milks Casual Pie Base"/>
                <a:cs typeface="TT Milks Casual Pie Base"/>
                <a:sym typeface="TT Milks Casual Pie Base"/>
              </a:rPr>
              <a:t>Thank you very much!</a:t>
            </a:r>
          </a:p>
        </p:txBody>
      </p:sp>
      <p:sp>
        <p:nvSpPr>
          <p:cNvPr name="Freeform 4" id="4"/>
          <p:cNvSpPr/>
          <p:nvPr/>
        </p:nvSpPr>
        <p:spPr>
          <a:xfrm flipH="false" flipV="false" rot="0">
            <a:off x="-496371" y="-327897"/>
            <a:ext cx="2768566" cy="2713195"/>
          </a:xfrm>
          <a:custGeom>
            <a:avLst/>
            <a:gdLst/>
            <a:ahLst/>
            <a:cxnLst/>
            <a:rect r="r" b="b" t="t" l="l"/>
            <a:pathLst>
              <a:path h="2713195" w="2768566">
                <a:moveTo>
                  <a:pt x="0" y="0"/>
                </a:moveTo>
                <a:lnTo>
                  <a:pt x="2768566" y="0"/>
                </a:lnTo>
                <a:lnTo>
                  <a:pt x="2768566" y="2713194"/>
                </a:lnTo>
                <a:lnTo>
                  <a:pt x="0" y="27131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798903" y="2751136"/>
            <a:ext cx="1964476" cy="2461188"/>
          </a:xfrm>
          <a:custGeom>
            <a:avLst/>
            <a:gdLst/>
            <a:ahLst/>
            <a:cxnLst/>
            <a:rect r="r" b="b" t="t" l="l"/>
            <a:pathLst>
              <a:path h="2461188" w="1964476">
                <a:moveTo>
                  <a:pt x="0" y="0"/>
                </a:moveTo>
                <a:lnTo>
                  <a:pt x="1964476" y="0"/>
                </a:lnTo>
                <a:lnTo>
                  <a:pt x="1964476" y="2461188"/>
                </a:lnTo>
                <a:lnTo>
                  <a:pt x="0" y="24611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496371" y="2588588"/>
            <a:ext cx="2637737" cy="2441105"/>
          </a:xfrm>
          <a:custGeom>
            <a:avLst/>
            <a:gdLst/>
            <a:ahLst/>
            <a:cxnLst/>
            <a:rect r="r" b="b" t="t" l="l"/>
            <a:pathLst>
              <a:path h="2441105" w="2637737">
                <a:moveTo>
                  <a:pt x="2637737" y="0"/>
                </a:moveTo>
                <a:lnTo>
                  <a:pt x="0" y="0"/>
                </a:lnTo>
                <a:lnTo>
                  <a:pt x="0" y="2441105"/>
                </a:lnTo>
                <a:lnTo>
                  <a:pt x="2637737" y="2441105"/>
                </a:lnTo>
                <a:lnTo>
                  <a:pt x="2637737"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249959" y="5352900"/>
            <a:ext cx="1784173" cy="1947014"/>
          </a:xfrm>
          <a:custGeom>
            <a:avLst/>
            <a:gdLst/>
            <a:ahLst/>
            <a:cxnLst/>
            <a:rect r="r" b="b" t="t" l="l"/>
            <a:pathLst>
              <a:path h="1947014" w="1784173">
                <a:moveTo>
                  <a:pt x="0" y="0"/>
                </a:moveTo>
                <a:lnTo>
                  <a:pt x="1784174" y="0"/>
                </a:lnTo>
                <a:lnTo>
                  <a:pt x="1784174" y="1947014"/>
                </a:lnTo>
                <a:lnTo>
                  <a:pt x="0" y="194701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249959" y="7623121"/>
            <a:ext cx="2391324" cy="3296312"/>
          </a:xfrm>
          <a:custGeom>
            <a:avLst/>
            <a:gdLst/>
            <a:ahLst/>
            <a:cxnLst/>
            <a:rect r="r" b="b" t="t" l="l"/>
            <a:pathLst>
              <a:path h="3296312" w="2391324">
                <a:moveTo>
                  <a:pt x="0" y="0"/>
                </a:moveTo>
                <a:lnTo>
                  <a:pt x="2391325" y="0"/>
                </a:lnTo>
                <a:lnTo>
                  <a:pt x="2391325" y="3296312"/>
                </a:lnTo>
                <a:lnTo>
                  <a:pt x="0" y="329631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15313975" y="8556748"/>
            <a:ext cx="3890650" cy="2362686"/>
          </a:xfrm>
          <a:custGeom>
            <a:avLst/>
            <a:gdLst/>
            <a:ahLst/>
            <a:cxnLst/>
            <a:rect r="r" b="b" t="t" l="l"/>
            <a:pathLst>
              <a:path h="2362686" w="3890650">
                <a:moveTo>
                  <a:pt x="0" y="0"/>
                </a:moveTo>
                <a:lnTo>
                  <a:pt x="3890650" y="0"/>
                </a:lnTo>
                <a:lnTo>
                  <a:pt x="3890650" y="2362685"/>
                </a:lnTo>
                <a:lnTo>
                  <a:pt x="0" y="236268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16259553" y="5605188"/>
            <a:ext cx="3043175" cy="2489871"/>
          </a:xfrm>
          <a:custGeom>
            <a:avLst/>
            <a:gdLst/>
            <a:ahLst/>
            <a:cxnLst/>
            <a:rect r="r" b="b" t="t" l="l"/>
            <a:pathLst>
              <a:path h="2489871" w="3043175">
                <a:moveTo>
                  <a:pt x="0" y="0"/>
                </a:moveTo>
                <a:lnTo>
                  <a:pt x="3043176" y="0"/>
                </a:lnTo>
                <a:lnTo>
                  <a:pt x="3043176" y="2489871"/>
                </a:lnTo>
                <a:lnTo>
                  <a:pt x="0" y="248987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16183384" y="-429543"/>
            <a:ext cx="2579995" cy="2787814"/>
          </a:xfrm>
          <a:custGeom>
            <a:avLst/>
            <a:gdLst/>
            <a:ahLst/>
            <a:cxnLst/>
            <a:rect r="r" b="b" t="t" l="l"/>
            <a:pathLst>
              <a:path h="2787814" w="2579995">
                <a:moveTo>
                  <a:pt x="0" y="0"/>
                </a:moveTo>
                <a:lnTo>
                  <a:pt x="2579995" y="0"/>
                </a:lnTo>
                <a:lnTo>
                  <a:pt x="2579995" y="2787814"/>
                </a:lnTo>
                <a:lnTo>
                  <a:pt x="0" y="278781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DAHJ2Zx7WXo</dc:identifier>
  <dcterms:modified xsi:type="dcterms:W3CDTF">2011-08-01T06:04:30Z</dcterms:modified>
  <cp:revision>1</cp:revision>
  <dc:title>Green Illustrated Modern Study Techniques Presentation</dc:title>
</cp:coreProperties>
</file>