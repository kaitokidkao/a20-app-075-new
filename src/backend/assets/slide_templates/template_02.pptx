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Scripter" charset="1" panose="00000000000000000000"/>
      <p:regular r:id="rId26"/>
    </p:embeddedFont>
    <p:embeddedFont>
      <p:font typeface="Mommi" charset="1" panose="00000000000000000000"/>
      <p:regular r:id="rId27"/>
    </p:embeddedFont>
    <p:embeddedFont>
      <p:font typeface="Biski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0.png" Type="http://schemas.openxmlformats.org/officeDocument/2006/relationships/image"/><Relationship Id="rId5" Target="../media/image1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0.png" Type="http://schemas.openxmlformats.org/officeDocument/2006/relationships/image"/><Relationship Id="rId5" Target="../media/image1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0.png" Type="http://schemas.openxmlformats.org/officeDocument/2006/relationships/image"/><Relationship Id="rId5" Target="../media/image1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0.png" Type="http://schemas.openxmlformats.org/officeDocument/2006/relationships/image"/><Relationship Id="rId5" Target="../media/image1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95994" y="-157628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0" y="0"/>
                </a:lnTo>
                <a:lnTo>
                  <a:pt x="6123780" y="7914418"/>
                </a:lnTo>
                <a:lnTo>
                  <a:pt x="0" y="7914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75473" y="2057400"/>
            <a:ext cx="6367653" cy="8229600"/>
          </a:xfrm>
          <a:custGeom>
            <a:avLst/>
            <a:gdLst/>
            <a:ahLst/>
            <a:cxnLst/>
            <a:rect r="r" b="b" t="t" l="l"/>
            <a:pathLst>
              <a:path h="8229600" w="6367653">
                <a:moveTo>
                  <a:pt x="0" y="0"/>
                </a:moveTo>
                <a:lnTo>
                  <a:pt x="6367653" y="0"/>
                </a:lnTo>
                <a:lnTo>
                  <a:pt x="636765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853647" y="-434973"/>
            <a:ext cx="8580706" cy="11156947"/>
          </a:xfrm>
          <a:custGeom>
            <a:avLst/>
            <a:gdLst/>
            <a:ahLst/>
            <a:cxnLst/>
            <a:rect r="r" b="b" t="t" l="l"/>
            <a:pathLst>
              <a:path h="11156947" w="8580706">
                <a:moveTo>
                  <a:pt x="0" y="11156946"/>
                </a:moveTo>
                <a:lnTo>
                  <a:pt x="8580706" y="11156946"/>
                </a:lnTo>
                <a:lnTo>
                  <a:pt x="8580706" y="0"/>
                </a:lnTo>
                <a:lnTo>
                  <a:pt x="0" y="0"/>
                </a:lnTo>
                <a:lnTo>
                  <a:pt x="0" y="1115694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72692" y="3951583"/>
            <a:ext cx="7342616" cy="396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5"/>
              </a:lnSpc>
            </a:pPr>
            <a:r>
              <a:rPr lang="en-US" sz="13586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l</a:t>
            </a:r>
            <a:r>
              <a:rPr lang="en-US" sz="13586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e</a:t>
            </a:r>
            <a:r>
              <a:rPr lang="en-US" sz="13586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arning Tools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80844">
            <a:off x="630619" y="1605470"/>
            <a:ext cx="5348950" cy="3199645"/>
          </a:xfrm>
          <a:custGeom>
            <a:avLst/>
            <a:gdLst/>
            <a:ahLst/>
            <a:cxnLst/>
            <a:rect r="r" b="b" t="t" l="l"/>
            <a:pathLst>
              <a:path h="3199645" w="5348950">
                <a:moveTo>
                  <a:pt x="0" y="0"/>
                </a:moveTo>
                <a:lnTo>
                  <a:pt x="5348950" y="0"/>
                </a:lnTo>
                <a:lnTo>
                  <a:pt x="5348950" y="3199645"/>
                </a:lnTo>
                <a:lnTo>
                  <a:pt x="0" y="3199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273">
            <a:off x="12572617" y="4869702"/>
            <a:ext cx="4407789" cy="3910911"/>
          </a:xfrm>
          <a:custGeom>
            <a:avLst/>
            <a:gdLst/>
            <a:ahLst/>
            <a:cxnLst/>
            <a:rect r="r" b="b" t="t" l="l"/>
            <a:pathLst>
              <a:path h="3910911" w="4407789">
                <a:moveTo>
                  <a:pt x="0" y="0"/>
                </a:moveTo>
                <a:lnTo>
                  <a:pt x="4407790" y="0"/>
                </a:lnTo>
                <a:lnTo>
                  <a:pt x="4407790" y="3910911"/>
                </a:lnTo>
                <a:lnTo>
                  <a:pt x="0" y="39109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81266" y="6725998"/>
            <a:ext cx="3419932" cy="1722402"/>
          </a:xfrm>
          <a:custGeom>
            <a:avLst/>
            <a:gdLst/>
            <a:ahLst/>
            <a:cxnLst/>
            <a:rect r="r" b="b" t="t" l="l"/>
            <a:pathLst>
              <a:path h="1722402" w="3419932">
                <a:moveTo>
                  <a:pt x="0" y="0"/>
                </a:moveTo>
                <a:lnTo>
                  <a:pt x="3419932" y="0"/>
                </a:lnTo>
                <a:lnTo>
                  <a:pt x="3419932" y="1722402"/>
                </a:lnTo>
                <a:lnTo>
                  <a:pt x="0" y="17224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363814" y="1890310"/>
            <a:ext cx="3790972" cy="1909271"/>
          </a:xfrm>
          <a:custGeom>
            <a:avLst/>
            <a:gdLst/>
            <a:ahLst/>
            <a:cxnLst/>
            <a:rect r="r" b="b" t="t" l="l"/>
            <a:pathLst>
              <a:path h="1909271" w="3790972">
                <a:moveTo>
                  <a:pt x="0" y="0"/>
                </a:moveTo>
                <a:lnTo>
                  <a:pt x="3790972" y="0"/>
                </a:lnTo>
                <a:lnTo>
                  <a:pt x="3790972" y="1909271"/>
                </a:lnTo>
                <a:lnTo>
                  <a:pt x="0" y="19092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365165">
            <a:off x="17429011" y="8140846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127683">
            <a:off x="12914874" y="-372606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503585">
            <a:off x="1826745" y="8920694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5652702" y="2868150"/>
            <a:ext cx="6982596" cy="93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6"/>
              </a:lnSpc>
            </a:pPr>
            <a:r>
              <a:rPr lang="en-US" sz="4822">
                <a:solidFill>
                  <a:srgbClr val="5693B1"/>
                </a:solidFill>
                <a:latin typeface="Mommi"/>
                <a:ea typeface="Mommi"/>
                <a:cs typeface="Mommi"/>
                <a:sym typeface="Mommi"/>
              </a:rPr>
              <a:t>The</a:t>
            </a:r>
            <a:r>
              <a:rPr lang="en-US" sz="4822">
                <a:solidFill>
                  <a:srgbClr val="5693B1"/>
                </a:solidFill>
                <a:latin typeface="Mommi"/>
                <a:ea typeface="Mommi"/>
                <a:cs typeface="Mommi"/>
                <a:sym typeface="Mommi"/>
              </a:rPr>
              <a:t> Charm of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07643" y="-421318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3074196" y="-55017"/>
            <a:ext cx="7996265" cy="10397034"/>
          </a:xfrm>
          <a:custGeom>
            <a:avLst/>
            <a:gdLst/>
            <a:ahLst/>
            <a:cxnLst/>
            <a:rect r="r" b="b" t="t" l="l"/>
            <a:pathLst>
              <a:path h="10397034" w="7996265">
                <a:moveTo>
                  <a:pt x="0" y="10397034"/>
                </a:moveTo>
                <a:lnTo>
                  <a:pt x="7996264" y="10397034"/>
                </a:lnTo>
                <a:lnTo>
                  <a:pt x="7996264" y="0"/>
                </a:lnTo>
                <a:lnTo>
                  <a:pt x="0" y="0"/>
                </a:lnTo>
                <a:lnTo>
                  <a:pt x="0" y="1039703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65165">
            <a:off x="16183453" y="630522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3"/>
                </a:lnTo>
                <a:lnTo>
                  <a:pt x="0" y="11114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27683">
            <a:off x="13904908" y="743864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503585">
            <a:off x="-1280195" y="106132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796149">
            <a:off x="13149703" y="2361929"/>
            <a:ext cx="4243652" cy="3641825"/>
          </a:xfrm>
          <a:custGeom>
            <a:avLst/>
            <a:gdLst/>
            <a:ahLst/>
            <a:cxnLst/>
            <a:rect r="r" b="b" t="t" l="l"/>
            <a:pathLst>
              <a:path h="3641825" w="4243652">
                <a:moveTo>
                  <a:pt x="0" y="0"/>
                </a:moveTo>
                <a:lnTo>
                  <a:pt x="4243652" y="0"/>
                </a:lnTo>
                <a:lnTo>
                  <a:pt x="4243652" y="3641825"/>
                </a:lnTo>
                <a:lnTo>
                  <a:pt x="0" y="36418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1258" y="3136687"/>
            <a:ext cx="1815529" cy="2417775"/>
          </a:xfrm>
          <a:custGeom>
            <a:avLst/>
            <a:gdLst/>
            <a:ahLst/>
            <a:cxnLst/>
            <a:rect r="r" b="b" t="t" l="l"/>
            <a:pathLst>
              <a:path h="2417775" w="1815529">
                <a:moveTo>
                  <a:pt x="0" y="0"/>
                </a:moveTo>
                <a:lnTo>
                  <a:pt x="1815529" y="0"/>
                </a:lnTo>
                <a:lnTo>
                  <a:pt x="1815529" y="2417775"/>
                </a:lnTo>
                <a:lnTo>
                  <a:pt x="0" y="2417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41607" y="2937315"/>
            <a:ext cx="6261442" cy="213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9"/>
              </a:lnSpc>
            </a:pP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A Wo</a:t>
            </a: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rld of Colorful Pages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9563" y="5322994"/>
            <a:ext cx="6565531" cy="201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3"/>
              </a:lnSpc>
            </a:pP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Every notebook tells a story. 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The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soft hues and smiling designs remind us that learning can be both gentle and joyful.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89213" y="7493099"/>
            <a:ext cx="3790972" cy="1909271"/>
          </a:xfrm>
          <a:custGeom>
            <a:avLst/>
            <a:gdLst/>
            <a:ahLst/>
            <a:cxnLst/>
            <a:rect r="r" b="b" t="t" l="l"/>
            <a:pathLst>
              <a:path h="1909271" w="3790972">
                <a:moveTo>
                  <a:pt x="0" y="0"/>
                </a:moveTo>
                <a:lnTo>
                  <a:pt x="3790972" y="0"/>
                </a:lnTo>
                <a:lnTo>
                  <a:pt x="3790972" y="1909272"/>
                </a:lnTo>
                <a:lnTo>
                  <a:pt x="0" y="19092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8366441" y="818920"/>
            <a:ext cx="7136971" cy="9279750"/>
          </a:xfrm>
          <a:custGeom>
            <a:avLst/>
            <a:gdLst/>
            <a:ahLst/>
            <a:cxnLst/>
            <a:rect r="r" b="b" t="t" l="l"/>
            <a:pathLst>
              <a:path h="9279750" w="7136971">
                <a:moveTo>
                  <a:pt x="0" y="9279751"/>
                </a:moveTo>
                <a:lnTo>
                  <a:pt x="7136971" y="9279751"/>
                </a:lnTo>
                <a:lnTo>
                  <a:pt x="7136971" y="0"/>
                </a:lnTo>
                <a:lnTo>
                  <a:pt x="0" y="0"/>
                </a:lnTo>
                <a:lnTo>
                  <a:pt x="0" y="92797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-70996"/>
            <a:ext cx="7218542" cy="9329296"/>
          </a:xfrm>
          <a:custGeom>
            <a:avLst/>
            <a:gdLst/>
            <a:ahLst/>
            <a:cxnLst/>
            <a:rect r="r" b="b" t="t" l="l"/>
            <a:pathLst>
              <a:path h="9329296" w="7218542">
                <a:moveTo>
                  <a:pt x="0" y="0"/>
                </a:moveTo>
                <a:lnTo>
                  <a:pt x="7218542" y="0"/>
                </a:lnTo>
                <a:lnTo>
                  <a:pt x="7218542" y="9329296"/>
                </a:lnTo>
                <a:lnTo>
                  <a:pt x="0" y="93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4760" y="1741159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19"/>
                </a:lnTo>
                <a:lnTo>
                  <a:pt x="0" y="155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65165">
            <a:off x="16955953" y="5640319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27683">
            <a:off x="14713164" y="-222567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503585">
            <a:off x="1721943" y="9020648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4738" y="726350"/>
            <a:ext cx="5137686" cy="6422108"/>
          </a:xfrm>
          <a:custGeom>
            <a:avLst/>
            <a:gdLst/>
            <a:ahLst/>
            <a:cxnLst/>
            <a:rect r="r" b="b" t="t" l="l"/>
            <a:pathLst>
              <a:path h="6422108" w="5137686">
                <a:moveTo>
                  <a:pt x="0" y="0"/>
                </a:moveTo>
                <a:lnTo>
                  <a:pt x="5137686" y="0"/>
                </a:lnTo>
                <a:lnTo>
                  <a:pt x="5137686" y="6422108"/>
                </a:lnTo>
                <a:lnTo>
                  <a:pt x="0" y="64221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740319" y="3498193"/>
            <a:ext cx="4389215" cy="189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8"/>
              </a:lnSpc>
            </a:pPr>
            <a:r>
              <a:rPr lang="en-US" sz="6507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O</a:t>
            </a:r>
            <a:r>
              <a:rPr lang="en-US" sz="6507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rganized with Style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27758" y="5620027"/>
            <a:ext cx="6814338" cy="167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Stationery teaches us discipline through beauty. From</a:t>
            </a:r>
            <a:r>
              <a:rPr lang="en-US" sz="24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sticky notes to journals, every tool enhances productivity while adding personality to our workspace.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189105" y="7292520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20"/>
                </a:lnTo>
                <a:lnTo>
                  <a:pt x="0" y="15542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574802" y="7959323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19"/>
                </a:lnTo>
                <a:lnTo>
                  <a:pt x="0" y="155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64219" y="-55049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33190" y="2660822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0" y="0"/>
                </a:lnTo>
                <a:lnTo>
                  <a:pt x="6123780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853647" y="-434973"/>
            <a:ext cx="8580706" cy="11156947"/>
          </a:xfrm>
          <a:custGeom>
            <a:avLst/>
            <a:gdLst/>
            <a:ahLst/>
            <a:cxnLst/>
            <a:rect r="r" b="b" t="t" l="l"/>
            <a:pathLst>
              <a:path h="11156947" w="8580706">
                <a:moveTo>
                  <a:pt x="0" y="11156946"/>
                </a:moveTo>
                <a:lnTo>
                  <a:pt x="8580706" y="11156946"/>
                </a:lnTo>
                <a:lnTo>
                  <a:pt x="8580706" y="0"/>
                </a:lnTo>
                <a:lnTo>
                  <a:pt x="0" y="0"/>
                </a:lnTo>
                <a:lnTo>
                  <a:pt x="0" y="1115694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7252" y="6507911"/>
            <a:ext cx="3131903" cy="1577340"/>
          </a:xfrm>
          <a:custGeom>
            <a:avLst/>
            <a:gdLst/>
            <a:ahLst/>
            <a:cxnLst/>
            <a:rect r="r" b="b" t="t" l="l"/>
            <a:pathLst>
              <a:path h="1577340" w="3131903">
                <a:moveTo>
                  <a:pt x="0" y="0"/>
                </a:moveTo>
                <a:lnTo>
                  <a:pt x="3131904" y="0"/>
                </a:lnTo>
                <a:lnTo>
                  <a:pt x="3131904" y="1577341"/>
                </a:lnTo>
                <a:lnTo>
                  <a:pt x="0" y="1577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1365165">
            <a:off x="16678132" y="2967811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27683">
            <a:off x="12914874" y="-372606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503585">
            <a:off x="1826745" y="8920694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25025" y="1591120"/>
            <a:ext cx="4126715" cy="3181322"/>
          </a:xfrm>
          <a:custGeom>
            <a:avLst/>
            <a:gdLst/>
            <a:ahLst/>
            <a:cxnLst/>
            <a:rect r="r" b="b" t="t" l="l"/>
            <a:pathLst>
              <a:path h="3181322" w="4126715">
                <a:moveTo>
                  <a:pt x="0" y="0"/>
                </a:moveTo>
                <a:lnTo>
                  <a:pt x="4126715" y="0"/>
                </a:lnTo>
                <a:lnTo>
                  <a:pt x="4126715" y="3181322"/>
                </a:lnTo>
                <a:lnTo>
                  <a:pt x="0" y="3181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93265" y="4772442"/>
            <a:ext cx="1927524" cy="2524139"/>
          </a:xfrm>
          <a:custGeom>
            <a:avLst/>
            <a:gdLst/>
            <a:ahLst/>
            <a:cxnLst/>
            <a:rect r="r" b="b" t="t" l="l"/>
            <a:pathLst>
              <a:path h="2524139" w="1927524">
                <a:moveTo>
                  <a:pt x="0" y="0"/>
                </a:moveTo>
                <a:lnTo>
                  <a:pt x="1927524" y="0"/>
                </a:lnTo>
                <a:lnTo>
                  <a:pt x="1927524" y="2524139"/>
                </a:lnTo>
                <a:lnTo>
                  <a:pt x="0" y="25241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05446" y="2776763"/>
            <a:ext cx="5277108" cy="228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6"/>
              </a:lnSpc>
            </a:pPr>
            <a:r>
              <a:rPr lang="en-US" sz="7823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Th</a:t>
            </a:r>
            <a:r>
              <a:rPr lang="en-US" sz="7823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e Comfort of Paper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87142" y="5339710"/>
            <a:ext cx="7913715" cy="200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6"/>
              </a:lnSpc>
            </a:pPr>
            <a:r>
              <a:rPr lang="en-US" sz="29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In the digital age, holding a book</a:t>
            </a:r>
            <a:r>
              <a:rPr lang="en-US" sz="29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still feels magical. Its scent, texture, and weight connect us with the timeless pleasure of reading.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3074196" y="-55017"/>
            <a:ext cx="7996265" cy="10397034"/>
          </a:xfrm>
          <a:custGeom>
            <a:avLst/>
            <a:gdLst/>
            <a:ahLst/>
            <a:cxnLst/>
            <a:rect r="r" b="b" t="t" l="l"/>
            <a:pathLst>
              <a:path h="10397034" w="7996265">
                <a:moveTo>
                  <a:pt x="0" y="10397034"/>
                </a:moveTo>
                <a:lnTo>
                  <a:pt x="7996264" y="10397034"/>
                </a:lnTo>
                <a:lnTo>
                  <a:pt x="7996264" y="0"/>
                </a:lnTo>
                <a:lnTo>
                  <a:pt x="0" y="0"/>
                </a:lnTo>
                <a:lnTo>
                  <a:pt x="0" y="103970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65165">
            <a:off x="16183453" y="630522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3"/>
                </a:lnTo>
                <a:lnTo>
                  <a:pt x="0" y="1111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07643" y="-421318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27683">
            <a:off x="13904908" y="743864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503585">
            <a:off x="-1280195" y="106132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71258" y="3136687"/>
            <a:ext cx="1815529" cy="2417775"/>
          </a:xfrm>
          <a:custGeom>
            <a:avLst/>
            <a:gdLst/>
            <a:ahLst/>
            <a:cxnLst/>
            <a:rect r="r" b="b" t="t" l="l"/>
            <a:pathLst>
              <a:path h="2417775" w="1815529">
                <a:moveTo>
                  <a:pt x="0" y="0"/>
                </a:moveTo>
                <a:lnTo>
                  <a:pt x="1815529" y="0"/>
                </a:lnTo>
                <a:lnTo>
                  <a:pt x="1815529" y="2417775"/>
                </a:lnTo>
                <a:lnTo>
                  <a:pt x="0" y="24177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213" y="7493099"/>
            <a:ext cx="3790972" cy="1909271"/>
          </a:xfrm>
          <a:custGeom>
            <a:avLst/>
            <a:gdLst/>
            <a:ahLst/>
            <a:cxnLst/>
            <a:rect r="r" b="b" t="t" l="l"/>
            <a:pathLst>
              <a:path h="1909271" w="3790972">
                <a:moveTo>
                  <a:pt x="0" y="0"/>
                </a:moveTo>
                <a:lnTo>
                  <a:pt x="3790972" y="0"/>
                </a:lnTo>
                <a:lnTo>
                  <a:pt x="3790972" y="1909272"/>
                </a:lnTo>
                <a:lnTo>
                  <a:pt x="0" y="19092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918545" y="2141803"/>
            <a:ext cx="4714875" cy="4114800"/>
          </a:xfrm>
          <a:custGeom>
            <a:avLst/>
            <a:gdLst/>
            <a:ahLst/>
            <a:cxnLst/>
            <a:rect r="r" b="b" t="t" l="l"/>
            <a:pathLst>
              <a:path h="4114800" w="4714875">
                <a:moveTo>
                  <a:pt x="0" y="0"/>
                </a:moveTo>
                <a:lnTo>
                  <a:pt x="4714875" y="0"/>
                </a:lnTo>
                <a:lnTo>
                  <a:pt x="4714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84440" y="3127162"/>
            <a:ext cx="7975942" cy="213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9"/>
              </a:lnSpc>
            </a:pP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Creative Exp</a:t>
            </a: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ression Through Stationery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89563" y="5322994"/>
            <a:ext cx="6565531" cy="201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3"/>
              </a:lnSpc>
            </a:pP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Pens, markers, and planners ar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e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not just tools—they’re extensions of self-expression, helping ideas take form and flourish beautifully.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8366441" y="818920"/>
            <a:ext cx="7136971" cy="9279750"/>
          </a:xfrm>
          <a:custGeom>
            <a:avLst/>
            <a:gdLst/>
            <a:ahLst/>
            <a:cxnLst/>
            <a:rect r="r" b="b" t="t" l="l"/>
            <a:pathLst>
              <a:path h="9279750" w="7136971">
                <a:moveTo>
                  <a:pt x="0" y="9279751"/>
                </a:moveTo>
                <a:lnTo>
                  <a:pt x="7136971" y="9279751"/>
                </a:lnTo>
                <a:lnTo>
                  <a:pt x="7136971" y="0"/>
                </a:lnTo>
                <a:lnTo>
                  <a:pt x="0" y="0"/>
                </a:lnTo>
                <a:lnTo>
                  <a:pt x="0" y="92797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-70996"/>
            <a:ext cx="7218542" cy="9329296"/>
          </a:xfrm>
          <a:custGeom>
            <a:avLst/>
            <a:gdLst/>
            <a:ahLst/>
            <a:cxnLst/>
            <a:rect r="r" b="b" t="t" l="l"/>
            <a:pathLst>
              <a:path h="9329296" w="7218542">
                <a:moveTo>
                  <a:pt x="0" y="0"/>
                </a:moveTo>
                <a:lnTo>
                  <a:pt x="7218542" y="0"/>
                </a:lnTo>
                <a:lnTo>
                  <a:pt x="7218542" y="9329296"/>
                </a:lnTo>
                <a:lnTo>
                  <a:pt x="0" y="93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4760" y="1741159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19"/>
                </a:lnTo>
                <a:lnTo>
                  <a:pt x="0" y="155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65165">
            <a:off x="16955953" y="5640319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27683">
            <a:off x="14713164" y="-222567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503585">
            <a:off x="1721943" y="9020648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1189105" y="7292520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20"/>
                </a:lnTo>
                <a:lnTo>
                  <a:pt x="0" y="15542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74802" y="7959323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19"/>
                </a:lnTo>
                <a:lnTo>
                  <a:pt x="0" y="155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3893" y="2389128"/>
            <a:ext cx="5802923" cy="4114800"/>
          </a:xfrm>
          <a:custGeom>
            <a:avLst/>
            <a:gdLst/>
            <a:ahLst/>
            <a:cxnLst/>
            <a:rect r="r" b="b" t="t" l="l"/>
            <a:pathLst>
              <a:path h="4114800" w="5802923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740319" y="3498193"/>
            <a:ext cx="4389215" cy="189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8"/>
              </a:lnSpc>
            </a:pPr>
            <a:r>
              <a:rPr lang="en-US" sz="6507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Books </a:t>
            </a:r>
            <a:r>
              <a:rPr lang="en-US" sz="6507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as Friends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61553" y="5620027"/>
            <a:ext cx="6346747" cy="167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Books become companion</a:t>
            </a:r>
            <a:r>
              <a:rPr lang="en-US" sz="24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s on our journey of growth. Their cute faces remind us that knowledge is both nurturing and comforting.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64219" y="-55049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33190" y="2660822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0" y="0"/>
                </a:lnTo>
                <a:lnTo>
                  <a:pt x="6123780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853647" y="-434973"/>
            <a:ext cx="8580706" cy="11156947"/>
          </a:xfrm>
          <a:custGeom>
            <a:avLst/>
            <a:gdLst/>
            <a:ahLst/>
            <a:cxnLst/>
            <a:rect r="r" b="b" t="t" l="l"/>
            <a:pathLst>
              <a:path h="11156947" w="8580706">
                <a:moveTo>
                  <a:pt x="0" y="11156946"/>
                </a:moveTo>
                <a:lnTo>
                  <a:pt x="8580706" y="11156946"/>
                </a:lnTo>
                <a:lnTo>
                  <a:pt x="8580706" y="0"/>
                </a:lnTo>
                <a:lnTo>
                  <a:pt x="0" y="0"/>
                </a:lnTo>
                <a:lnTo>
                  <a:pt x="0" y="1115694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7252" y="6507911"/>
            <a:ext cx="3131903" cy="1577340"/>
          </a:xfrm>
          <a:custGeom>
            <a:avLst/>
            <a:gdLst/>
            <a:ahLst/>
            <a:cxnLst/>
            <a:rect r="r" b="b" t="t" l="l"/>
            <a:pathLst>
              <a:path h="1577340" w="3131903">
                <a:moveTo>
                  <a:pt x="0" y="0"/>
                </a:moveTo>
                <a:lnTo>
                  <a:pt x="3131904" y="0"/>
                </a:lnTo>
                <a:lnTo>
                  <a:pt x="3131904" y="1577341"/>
                </a:lnTo>
                <a:lnTo>
                  <a:pt x="0" y="1577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1365165">
            <a:off x="16678132" y="2967811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27683">
            <a:off x="12914874" y="-372606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503585">
            <a:off x="1826745" y="8920694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593265" y="4772442"/>
            <a:ext cx="1927524" cy="2524139"/>
          </a:xfrm>
          <a:custGeom>
            <a:avLst/>
            <a:gdLst/>
            <a:ahLst/>
            <a:cxnLst/>
            <a:rect r="r" b="b" t="t" l="l"/>
            <a:pathLst>
              <a:path h="2524139" w="1927524">
                <a:moveTo>
                  <a:pt x="0" y="0"/>
                </a:moveTo>
                <a:lnTo>
                  <a:pt x="1927524" y="0"/>
                </a:lnTo>
                <a:lnTo>
                  <a:pt x="1927524" y="2524139"/>
                </a:lnTo>
                <a:lnTo>
                  <a:pt x="0" y="25241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04575" y="1207275"/>
            <a:ext cx="3410271" cy="3859361"/>
          </a:xfrm>
          <a:custGeom>
            <a:avLst/>
            <a:gdLst/>
            <a:ahLst/>
            <a:cxnLst/>
            <a:rect r="r" b="b" t="t" l="l"/>
            <a:pathLst>
              <a:path h="3859361" w="3410271">
                <a:moveTo>
                  <a:pt x="0" y="0"/>
                </a:moveTo>
                <a:lnTo>
                  <a:pt x="3410271" y="0"/>
                </a:lnTo>
                <a:lnTo>
                  <a:pt x="3410271" y="3859360"/>
                </a:lnTo>
                <a:lnTo>
                  <a:pt x="0" y="38593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05446" y="2776763"/>
            <a:ext cx="5277108" cy="228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6"/>
              </a:lnSpc>
            </a:pPr>
            <a:r>
              <a:rPr lang="en-US" sz="7823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Th</a:t>
            </a:r>
            <a:r>
              <a:rPr lang="en-US" sz="7823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e Aesthetic of Study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87142" y="5339710"/>
            <a:ext cx="7913715" cy="200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6"/>
              </a:lnSpc>
            </a:pPr>
            <a:r>
              <a:rPr lang="en-US" sz="29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A well-arranged desk full of</a:t>
            </a:r>
            <a:r>
              <a:rPr lang="en-US" sz="29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pastel stationery turns every study session into an aesthetic ritual of focus and inspiration.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3074196" y="-55017"/>
            <a:ext cx="7996265" cy="10397034"/>
          </a:xfrm>
          <a:custGeom>
            <a:avLst/>
            <a:gdLst/>
            <a:ahLst/>
            <a:cxnLst/>
            <a:rect r="r" b="b" t="t" l="l"/>
            <a:pathLst>
              <a:path h="10397034" w="7996265">
                <a:moveTo>
                  <a:pt x="0" y="10397034"/>
                </a:moveTo>
                <a:lnTo>
                  <a:pt x="7996264" y="10397034"/>
                </a:lnTo>
                <a:lnTo>
                  <a:pt x="7996264" y="0"/>
                </a:lnTo>
                <a:lnTo>
                  <a:pt x="0" y="0"/>
                </a:lnTo>
                <a:lnTo>
                  <a:pt x="0" y="103970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65165">
            <a:off x="16183453" y="630522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3"/>
                </a:lnTo>
                <a:lnTo>
                  <a:pt x="0" y="1111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07643" y="-421318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27683">
            <a:off x="13904908" y="743864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503585">
            <a:off x="-1280195" y="106132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71258" y="3136687"/>
            <a:ext cx="1815529" cy="2417775"/>
          </a:xfrm>
          <a:custGeom>
            <a:avLst/>
            <a:gdLst/>
            <a:ahLst/>
            <a:cxnLst/>
            <a:rect r="r" b="b" t="t" l="l"/>
            <a:pathLst>
              <a:path h="2417775" w="1815529">
                <a:moveTo>
                  <a:pt x="0" y="0"/>
                </a:moveTo>
                <a:lnTo>
                  <a:pt x="1815529" y="0"/>
                </a:lnTo>
                <a:lnTo>
                  <a:pt x="1815529" y="2417775"/>
                </a:lnTo>
                <a:lnTo>
                  <a:pt x="0" y="24177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213" y="7493099"/>
            <a:ext cx="3790972" cy="1909271"/>
          </a:xfrm>
          <a:custGeom>
            <a:avLst/>
            <a:gdLst/>
            <a:ahLst/>
            <a:cxnLst/>
            <a:rect r="r" b="b" t="t" l="l"/>
            <a:pathLst>
              <a:path h="1909271" w="3790972">
                <a:moveTo>
                  <a:pt x="0" y="0"/>
                </a:moveTo>
                <a:lnTo>
                  <a:pt x="3790972" y="0"/>
                </a:lnTo>
                <a:lnTo>
                  <a:pt x="3790972" y="1909272"/>
                </a:lnTo>
                <a:lnTo>
                  <a:pt x="0" y="19092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525151" y="2288175"/>
            <a:ext cx="3239470" cy="4114800"/>
          </a:xfrm>
          <a:custGeom>
            <a:avLst/>
            <a:gdLst/>
            <a:ahLst/>
            <a:cxnLst/>
            <a:rect r="r" b="b" t="t" l="l"/>
            <a:pathLst>
              <a:path h="4114800" w="3239470">
                <a:moveTo>
                  <a:pt x="0" y="0"/>
                </a:moveTo>
                <a:lnTo>
                  <a:pt x="3239470" y="0"/>
                </a:lnTo>
                <a:lnTo>
                  <a:pt x="32394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41607" y="2937315"/>
            <a:ext cx="6261442" cy="213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9"/>
              </a:lnSpc>
            </a:pP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Motivation</a:t>
            </a: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 in Every Page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89563" y="5322994"/>
            <a:ext cx="6565531" cy="201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3"/>
              </a:lnSpc>
            </a:pP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Every blank notebook holds pot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en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tial. Filling its pages with dreams and notes reflects how creativity blossoms with patience.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8366441" y="818920"/>
            <a:ext cx="7136971" cy="9279750"/>
          </a:xfrm>
          <a:custGeom>
            <a:avLst/>
            <a:gdLst/>
            <a:ahLst/>
            <a:cxnLst/>
            <a:rect r="r" b="b" t="t" l="l"/>
            <a:pathLst>
              <a:path h="9279750" w="7136971">
                <a:moveTo>
                  <a:pt x="0" y="9279751"/>
                </a:moveTo>
                <a:lnTo>
                  <a:pt x="7136971" y="9279751"/>
                </a:lnTo>
                <a:lnTo>
                  <a:pt x="7136971" y="0"/>
                </a:lnTo>
                <a:lnTo>
                  <a:pt x="0" y="0"/>
                </a:lnTo>
                <a:lnTo>
                  <a:pt x="0" y="92797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-70996"/>
            <a:ext cx="7218542" cy="9329296"/>
          </a:xfrm>
          <a:custGeom>
            <a:avLst/>
            <a:gdLst/>
            <a:ahLst/>
            <a:cxnLst/>
            <a:rect r="r" b="b" t="t" l="l"/>
            <a:pathLst>
              <a:path h="9329296" w="7218542">
                <a:moveTo>
                  <a:pt x="0" y="0"/>
                </a:moveTo>
                <a:lnTo>
                  <a:pt x="7218542" y="0"/>
                </a:lnTo>
                <a:lnTo>
                  <a:pt x="7218542" y="9329296"/>
                </a:lnTo>
                <a:lnTo>
                  <a:pt x="0" y="93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4760" y="1741159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19"/>
                </a:lnTo>
                <a:lnTo>
                  <a:pt x="0" y="155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65165">
            <a:off x="16955953" y="5640319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27683">
            <a:off x="14713164" y="-222567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503585">
            <a:off x="1721943" y="9020648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1189105" y="7292520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20"/>
                </a:lnTo>
                <a:lnTo>
                  <a:pt x="0" y="15542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74802" y="7959323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19"/>
                </a:lnTo>
                <a:lnTo>
                  <a:pt x="0" y="155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4529" y="1793517"/>
            <a:ext cx="5538104" cy="4762769"/>
          </a:xfrm>
          <a:custGeom>
            <a:avLst/>
            <a:gdLst/>
            <a:ahLst/>
            <a:cxnLst/>
            <a:rect r="r" b="b" t="t" l="l"/>
            <a:pathLst>
              <a:path h="4762769" w="5538104">
                <a:moveTo>
                  <a:pt x="0" y="0"/>
                </a:moveTo>
                <a:lnTo>
                  <a:pt x="5538104" y="0"/>
                </a:lnTo>
                <a:lnTo>
                  <a:pt x="5538104" y="4762769"/>
                </a:lnTo>
                <a:lnTo>
                  <a:pt x="0" y="47627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740319" y="3498193"/>
            <a:ext cx="4389215" cy="189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8"/>
              </a:lnSpc>
            </a:pPr>
            <a:r>
              <a:rPr lang="en-US" sz="6507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Pl</a:t>
            </a:r>
            <a:r>
              <a:rPr lang="en-US" sz="6507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ayful Productivity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27758" y="5620027"/>
            <a:ext cx="6814338" cy="167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Combining playfulness with organization keeps learning enjoyable. Fun</a:t>
            </a:r>
            <a:r>
              <a:rPr lang="en-US" sz="24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designs make even routine tasks feel delightful and rewarding.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07643" y="-421318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3074196" y="-55017"/>
            <a:ext cx="7996265" cy="10397034"/>
          </a:xfrm>
          <a:custGeom>
            <a:avLst/>
            <a:gdLst/>
            <a:ahLst/>
            <a:cxnLst/>
            <a:rect r="r" b="b" t="t" l="l"/>
            <a:pathLst>
              <a:path h="10397034" w="7996265">
                <a:moveTo>
                  <a:pt x="0" y="10397034"/>
                </a:moveTo>
                <a:lnTo>
                  <a:pt x="7996264" y="10397034"/>
                </a:lnTo>
                <a:lnTo>
                  <a:pt x="7996264" y="0"/>
                </a:lnTo>
                <a:lnTo>
                  <a:pt x="0" y="0"/>
                </a:lnTo>
                <a:lnTo>
                  <a:pt x="0" y="1039703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65165">
            <a:off x="16183453" y="630522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3"/>
                </a:lnTo>
                <a:lnTo>
                  <a:pt x="0" y="11114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27683">
            <a:off x="13904908" y="743864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503585">
            <a:off x="-1280195" y="106132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796149">
            <a:off x="13149703" y="2361929"/>
            <a:ext cx="4243652" cy="3641825"/>
          </a:xfrm>
          <a:custGeom>
            <a:avLst/>
            <a:gdLst/>
            <a:ahLst/>
            <a:cxnLst/>
            <a:rect r="r" b="b" t="t" l="l"/>
            <a:pathLst>
              <a:path h="3641825" w="4243652">
                <a:moveTo>
                  <a:pt x="0" y="0"/>
                </a:moveTo>
                <a:lnTo>
                  <a:pt x="4243652" y="0"/>
                </a:lnTo>
                <a:lnTo>
                  <a:pt x="4243652" y="3641825"/>
                </a:lnTo>
                <a:lnTo>
                  <a:pt x="0" y="36418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1258" y="3136687"/>
            <a:ext cx="1815529" cy="2417775"/>
          </a:xfrm>
          <a:custGeom>
            <a:avLst/>
            <a:gdLst/>
            <a:ahLst/>
            <a:cxnLst/>
            <a:rect r="r" b="b" t="t" l="l"/>
            <a:pathLst>
              <a:path h="2417775" w="1815529">
                <a:moveTo>
                  <a:pt x="0" y="0"/>
                </a:moveTo>
                <a:lnTo>
                  <a:pt x="1815529" y="0"/>
                </a:lnTo>
                <a:lnTo>
                  <a:pt x="1815529" y="2417775"/>
                </a:lnTo>
                <a:lnTo>
                  <a:pt x="0" y="2417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41607" y="2937315"/>
            <a:ext cx="6261442" cy="213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9"/>
              </a:lnSpc>
            </a:pP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A Wo</a:t>
            </a: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rld of Colorful Pages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9563" y="5322994"/>
            <a:ext cx="6565531" cy="201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3"/>
              </a:lnSpc>
            </a:pP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Every notebook tells a story. 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The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soft hues and smiling designs remind us that learning can be both gentle and joyful.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89213" y="7493099"/>
            <a:ext cx="3790972" cy="1909271"/>
          </a:xfrm>
          <a:custGeom>
            <a:avLst/>
            <a:gdLst/>
            <a:ahLst/>
            <a:cxnLst/>
            <a:rect r="r" b="b" t="t" l="l"/>
            <a:pathLst>
              <a:path h="1909271" w="3790972">
                <a:moveTo>
                  <a:pt x="0" y="0"/>
                </a:moveTo>
                <a:lnTo>
                  <a:pt x="3790972" y="0"/>
                </a:lnTo>
                <a:lnTo>
                  <a:pt x="3790972" y="1909272"/>
                </a:lnTo>
                <a:lnTo>
                  <a:pt x="0" y="19092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64219" y="-55049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33190" y="2660822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0" y="0"/>
                </a:lnTo>
                <a:lnTo>
                  <a:pt x="6123780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853647" y="-434973"/>
            <a:ext cx="8580706" cy="11156947"/>
          </a:xfrm>
          <a:custGeom>
            <a:avLst/>
            <a:gdLst/>
            <a:ahLst/>
            <a:cxnLst/>
            <a:rect r="r" b="b" t="t" l="l"/>
            <a:pathLst>
              <a:path h="11156947" w="8580706">
                <a:moveTo>
                  <a:pt x="0" y="11156946"/>
                </a:moveTo>
                <a:lnTo>
                  <a:pt x="8580706" y="11156946"/>
                </a:lnTo>
                <a:lnTo>
                  <a:pt x="8580706" y="0"/>
                </a:lnTo>
                <a:lnTo>
                  <a:pt x="0" y="0"/>
                </a:lnTo>
                <a:lnTo>
                  <a:pt x="0" y="1115694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7252" y="6507911"/>
            <a:ext cx="3131903" cy="1577340"/>
          </a:xfrm>
          <a:custGeom>
            <a:avLst/>
            <a:gdLst/>
            <a:ahLst/>
            <a:cxnLst/>
            <a:rect r="r" b="b" t="t" l="l"/>
            <a:pathLst>
              <a:path h="1577340" w="3131903">
                <a:moveTo>
                  <a:pt x="0" y="0"/>
                </a:moveTo>
                <a:lnTo>
                  <a:pt x="3131904" y="0"/>
                </a:lnTo>
                <a:lnTo>
                  <a:pt x="3131904" y="1577341"/>
                </a:lnTo>
                <a:lnTo>
                  <a:pt x="0" y="1577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1365165">
            <a:off x="16678132" y="2967811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27683">
            <a:off x="12914874" y="-372606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503585">
            <a:off x="1826745" y="8920694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593265" y="4772442"/>
            <a:ext cx="1927524" cy="2524139"/>
          </a:xfrm>
          <a:custGeom>
            <a:avLst/>
            <a:gdLst/>
            <a:ahLst/>
            <a:cxnLst/>
            <a:rect r="r" b="b" t="t" l="l"/>
            <a:pathLst>
              <a:path h="2524139" w="1927524">
                <a:moveTo>
                  <a:pt x="0" y="0"/>
                </a:moveTo>
                <a:lnTo>
                  <a:pt x="1927524" y="0"/>
                </a:lnTo>
                <a:lnTo>
                  <a:pt x="1927524" y="2524139"/>
                </a:lnTo>
                <a:lnTo>
                  <a:pt x="0" y="25241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2647" y="1267691"/>
            <a:ext cx="3217025" cy="4114800"/>
          </a:xfrm>
          <a:custGeom>
            <a:avLst/>
            <a:gdLst/>
            <a:ahLst/>
            <a:cxnLst/>
            <a:rect r="r" b="b" t="t" l="l"/>
            <a:pathLst>
              <a:path h="4114800" w="3217025">
                <a:moveTo>
                  <a:pt x="0" y="0"/>
                </a:moveTo>
                <a:lnTo>
                  <a:pt x="3217026" y="0"/>
                </a:lnTo>
                <a:lnTo>
                  <a:pt x="3217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05446" y="2776763"/>
            <a:ext cx="5277108" cy="228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6"/>
              </a:lnSpc>
            </a:pPr>
            <a:r>
              <a:rPr lang="en-US" sz="7823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A</a:t>
            </a:r>
            <a:r>
              <a:rPr lang="en-US" sz="7823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 Lifetime of Learning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87142" y="5339710"/>
            <a:ext cx="7913715" cy="200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6"/>
              </a:lnSpc>
            </a:pPr>
            <a:r>
              <a:rPr lang="en-US" sz="29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Books and stationery reflect a lifelong pursuit of</a:t>
            </a:r>
            <a:r>
              <a:rPr lang="en-US" sz="29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curiosity. They encourage us to keep exploring ideas with childlike wonder.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64219" y="-55049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33190" y="2660822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0" y="0"/>
                </a:lnTo>
                <a:lnTo>
                  <a:pt x="6123780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853647" y="-434973"/>
            <a:ext cx="8580706" cy="11156947"/>
          </a:xfrm>
          <a:custGeom>
            <a:avLst/>
            <a:gdLst/>
            <a:ahLst/>
            <a:cxnLst/>
            <a:rect r="r" b="b" t="t" l="l"/>
            <a:pathLst>
              <a:path h="11156947" w="8580706">
                <a:moveTo>
                  <a:pt x="0" y="11156946"/>
                </a:moveTo>
                <a:lnTo>
                  <a:pt x="8580706" y="11156946"/>
                </a:lnTo>
                <a:lnTo>
                  <a:pt x="8580706" y="0"/>
                </a:lnTo>
                <a:lnTo>
                  <a:pt x="0" y="0"/>
                </a:lnTo>
                <a:lnTo>
                  <a:pt x="0" y="1115694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7252" y="6507911"/>
            <a:ext cx="3131903" cy="1577340"/>
          </a:xfrm>
          <a:custGeom>
            <a:avLst/>
            <a:gdLst/>
            <a:ahLst/>
            <a:cxnLst/>
            <a:rect r="r" b="b" t="t" l="l"/>
            <a:pathLst>
              <a:path h="1577340" w="3131903">
                <a:moveTo>
                  <a:pt x="0" y="0"/>
                </a:moveTo>
                <a:lnTo>
                  <a:pt x="3131904" y="0"/>
                </a:lnTo>
                <a:lnTo>
                  <a:pt x="3131904" y="1577341"/>
                </a:lnTo>
                <a:lnTo>
                  <a:pt x="0" y="1577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1365165">
            <a:off x="16678132" y="2967811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27683">
            <a:off x="12914874" y="-372606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503585">
            <a:off x="1826745" y="8920694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25025" y="1591120"/>
            <a:ext cx="4126715" cy="3181322"/>
          </a:xfrm>
          <a:custGeom>
            <a:avLst/>
            <a:gdLst/>
            <a:ahLst/>
            <a:cxnLst/>
            <a:rect r="r" b="b" t="t" l="l"/>
            <a:pathLst>
              <a:path h="3181322" w="4126715">
                <a:moveTo>
                  <a:pt x="0" y="0"/>
                </a:moveTo>
                <a:lnTo>
                  <a:pt x="4126715" y="0"/>
                </a:lnTo>
                <a:lnTo>
                  <a:pt x="4126715" y="3181322"/>
                </a:lnTo>
                <a:lnTo>
                  <a:pt x="0" y="3181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593265" y="4772442"/>
            <a:ext cx="1927524" cy="2524139"/>
          </a:xfrm>
          <a:custGeom>
            <a:avLst/>
            <a:gdLst/>
            <a:ahLst/>
            <a:cxnLst/>
            <a:rect r="r" b="b" t="t" l="l"/>
            <a:pathLst>
              <a:path h="2524139" w="1927524">
                <a:moveTo>
                  <a:pt x="0" y="0"/>
                </a:moveTo>
                <a:lnTo>
                  <a:pt x="1927524" y="0"/>
                </a:lnTo>
                <a:lnTo>
                  <a:pt x="1927524" y="2524139"/>
                </a:lnTo>
                <a:lnTo>
                  <a:pt x="0" y="25241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05446" y="2776763"/>
            <a:ext cx="5277108" cy="228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6"/>
              </a:lnSpc>
            </a:pPr>
            <a:r>
              <a:rPr lang="en-US" sz="7823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Th</a:t>
            </a:r>
            <a:r>
              <a:rPr lang="en-US" sz="7823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e Comfort of Paper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87142" y="5339710"/>
            <a:ext cx="7913715" cy="200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6"/>
              </a:lnSpc>
            </a:pPr>
            <a:r>
              <a:rPr lang="en-US" sz="29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In the digital age, holding a book</a:t>
            </a:r>
            <a:r>
              <a:rPr lang="en-US" sz="29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still feels magical. Its scent, texture, and weight connect us with the timeless pleasure of reading.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3074196" y="-55017"/>
            <a:ext cx="7996265" cy="10397034"/>
          </a:xfrm>
          <a:custGeom>
            <a:avLst/>
            <a:gdLst/>
            <a:ahLst/>
            <a:cxnLst/>
            <a:rect r="r" b="b" t="t" l="l"/>
            <a:pathLst>
              <a:path h="10397034" w="7996265">
                <a:moveTo>
                  <a:pt x="0" y="10397034"/>
                </a:moveTo>
                <a:lnTo>
                  <a:pt x="7996264" y="10397034"/>
                </a:lnTo>
                <a:lnTo>
                  <a:pt x="7996264" y="0"/>
                </a:lnTo>
                <a:lnTo>
                  <a:pt x="0" y="0"/>
                </a:lnTo>
                <a:lnTo>
                  <a:pt x="0" y="103970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65165">
            <a:off x="16183453" y="630522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3"/>
                </a:lnTo>
                <a:lnTo>
                  <a:pt x="0" y="1111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07643" y="-421318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27683">
            <a:off x="13904908" y="743864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503585">
            <a:off x="-1280195" y="106132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71258" y="3136687"/>
            <a:ext cx="1815529" cy="2417775"/>
          </a:xfrm>
          <a:custGeom>
            <a:avLst/>
            <a:gdLst/>
            <a:ahLst/>
            <a:cxnLst/>
            <a:rect r="r" b="b" t="t" l="l"/>
            <a:pathLst>
              <a:path h="2417775" w="1815529">
                <a:moveTo>
                  <a:pt x="0" y="0"/>
                </a:moveTo>
                <a:lnTo>
                  <a:pt x="1815529" y="0"/>
                </a:lnTo>
                <a:lnTo>
                  <a:pt x="1815529" y="2417775"/>
                </a:lnTo>
                <a:lnTo>
                  <a:pt x="0" y="24177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213" y="7493099"/>
            <a:ext cx="3790972" cy="1909271"/>
          </a:xfrm>
          <a:custGeom>
            <a:avLst/>
            <a:gdLst/>
            <a:ahLst/>
            <a:cxnLst/>
            <a:rect r="r" b="b" t="t" l="l"/>
            <a:pathLst>
              <a:path h="1909271" w="3790972">
                <a:moveTo>
                  <a:pt x="0" y="0"/>
                </a:moveTo>
                <a:lnTo>
                  <a:pt x="3790972" y="0"/>
                </a:lnTo>
                <a:lnTo>
                  <a:pt x="3790972" y="1909272"/>
                </a:lnTo>
                <a:lnTo>
                  <a:pt x="0" y="19092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918545" y="2141803"/>
            <a:ext cx="4714875" cy="4114800"/>
          </a:xfrm>
          <a:custGeom>
            <a:avLst/>
            <a:gdLst/>
            <a:ahLst/>
            <a:cxnLst/>
            <a:rect r="r" b="b" t="t" l="l"/>
            <a:pathLst>
              <a:path h="4114800" w="4714875">
                <a:moveTo>
                  <a:pt x="0" y="0"/>
                </a:moveTo>
                <a:lnTo>
                  <a:pt x="4714875" y="0"/>
                </a:lnTo>
                <a:lnTo>
                  <a:pt x="47148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84440" y="3127162"/>
            <a:ext cx="7975942" cy="213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9"/>
              </a:lnSpc>
            </a:pP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Creative Exp</a:t>
            </a: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ression Through Stationery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89563" y="5322994"/>
            <a:ext cx="6565531" cy="201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3"/>
              </a:lnSpc>
            </a:pP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Pens, markers, and planners ar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e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not just tools—they’re extensions of self-expression, helping ideas take form and flourish beautifully.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8366441" y="818920"/>
            <a:ext cx="7136971" cy="9279750"/>
          </a:xfrm>
          <a:custGeom>
            <a:avLst/>
            <a:gdLst/>
            <a:ahLst/>
            <a:cxnLst/>
            <a:rect r="r" b="b" t="t" l="l"/>
            <a:pathLst>
              <a:path h="9279750" w="7136971">
                <a:moveTo>
                  <a:pt x="0" y="9279751"/>
                </a:moveTo>
                <a:lnTo>
                  <a:pt x="7136971" y="9279751"/>
                </a:lnTo>
                <a:lnTo>
                  <a:pt x="7136971" y="0"/>
                </a:lnTo>
                <a:lnTo>
                  <a:pt x="0" y="0"/>
                </a:lnTo>
                <a:lnTo>
                  <a:pt x="0" y="92797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-70996"/>
            <a:ext cx="7218542" cy="9329296"/>
          </a:xfrm>
          <a:custGeom>
            <a:avLst/>
            <a:gdLst/>
            <a:ahLst/>
            <a:cxnLst/>
            <a:rect r="r" b="b" t="t" l="l"/>
            <a:pathLst>
              <a:path h="9329296" w="7218542">
                <a:moveTo>
                  <a:pt x="0" y="0"/>
                </a:moveTo>
                <a:lnTo>
                  <a:pt x="7218542" y="0"/>
                </a:lnTo>
                <a:lnTo>
                  <a:pt x="7218542" y="9329296"/>
                </a:lnTo>
                <a:lnTo>
                  <a:pt x="0" y="93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4760" y="1741159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19"/>
                </a:lnTo>
                <a:lnTo>
                  <a:pt x="0" y="155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65165">
            <a:off x="16955953" y="5640319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27683">
            <a:off x="14713164" y="-222567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503585">
            <a:off x="1721943" y="9020648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1189105" y="7292520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20"/>
                </a:lnTo>
                <a:lnTo>
                  <a:pt x="0" y="15542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74802" y="7959323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19"/>
                </a:lnTo>
                <a:lnTo>
                  <a:pt x="0" y="155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3893" y="2389128"/>
            <a:ext cx="5802923" cy="4114800"/>
          </a:xfrm>
          <a:custGeom>
            <a:avLst/>
            <a:gdLst/>
            <a:ahLst/>
            <a:cxnLst/>
            <a:rect r="r" b="b" t="t" l="l"/>
            <a:pathLst>
              <a:path h="4114800" w="5802923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740319" y="3498193"/>
            <a:ext cx="4389215" cy="189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8"/>
              </a:lnSpc>
            </a:pPr>
            <a:r>
              <a:rPr lang="en-US" sz="6507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Books </a:t>
            </a:r>
            <a:r>
              <a:rPr lang="en-US" sz="6507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as Friends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61553" y="5620027"/>
            <a:ext cx="6346747" cy="167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Books become companion</a:t>
            </a:r>
            <a:r>
              <a:rPr lang="en-US" sz="24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s on our journey of growth. Their cute faces remind us that knowledge is both nurturing and comforting.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64219" y="-55049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33190" y="2660822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0" y="0"/>
                </a:lnTo>
                <a:lnTo>
                  <a:pt x="6123780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853647" y="-434973"/>
            <a:ext cx="8580706" cy="11156947"/>
          </a:xfrm>
          <a:custGeom>
            <a:avLst/>
            <a:gdLst/>
            <a:ahLst/>
            <a:cxnLst/>
            <a:rect r="r" b="b" t="t" l="l"/>
            <a:pathLst>
              <a:path h="11156947" w="8580706">
                <a:moveTo>
                  <a:pt x="0" y="11156946"/>
                </a:moveTo>
                <a:lnTo>
                  <a:pt x="8580706" y="11156946"/>
                </a:lnTo>
                <a:lnTo>
                  <a:pt x="8580706" y="0"/>
                </a:lnTo>
                <a:lnTo>
                  <a:pt x="0" y="0"/>
                </a:lnTo>
                <a:lnTo>
                  <a:pt x="0" y="1115694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7252" y="6507911"/>
            <a:ext cx="3131903" cy="1577340"/>
          </a:xfrm>
          <a:custGeom>
            <a:avLst/>
            <a:gdLst/>
            <a:ahLst/>
            <a:cxnLst/>
            <a:rect r="r" b="b" t="t" l="l"/>
            <a:pathLst>
              <a:path h="1577340" w="3131903">
                <a:moveTo>
                  <a:pt x="0" y="0"/>
                </a:moveTo>
                <a:lnTo>
                  <a:pt x="3131904" y="0"/>
                </a:lnTo>
                <a:lnTo>
                  <a:pt x="3131904" y="1577341"/>
                </a:lnTo>
                <a:lnTo>
                  <a:pt x="0" y="1577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1365165">
            <a:off x="16678132" y="2967811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27683">
            <a:off x="12914874" y="-372606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503585">
            <a:off x="1826745" y="8920694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593265" y="4772442"/>
            <a:ext cx="1927524" cy="2524139"/>
          </a:xfrm>
          <a:custGeom>
            <a:avLst/>
            <a:gdLst/>
            <a:ahLst/>
            <a:cxnLst/>
            <a:rect r="r" b="b" t="t" l="l"/>
            <a:pathLst>
              <a:path h="2524139" w="1927524">
                <a:moveTo>
                  <a:pt x="0" y="0"/>
                </a:moveTo>
                <a:lnTo>
                  <a:pt x="1927524" y="0"/>
                </a:lnTo>
                <a:lnTo>
                  <a:pt x="1927524" y="2524139"/>
                </a:lnTo>
                <a:lnTo>
                  <a:pt x="0" y="25241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04575" y="1207275"/>
            <a:ext cx="3410271" cy="3859361"/>
          </a:xfrm>
          <a:custGeom>
            <a:avLst/>
            <a:gdLst/>
            <a:ahLst/>
            <a:cxnLst/>
            <a:rect r="r" b="b" t="t" l="l"/>
            <a:pathLst>
              <a:path h="3859361" w="3410271">
                <a:moveTo>
                  <a:pt x="0" y="0"/>
                </a:moveTo>
                <a:lnTo>
                  <a:pt x="3410271" y="0"/>
                </a:lnTo>
                <a:lnTo>
                  <a:pt x="3410271" y="3859360"/>
                </a:lnTo>
                <a:lnTo>
                  <a:pt x="0" y="38593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05446" y="2776763"/>
            <a:ext cx="5277108" cy="228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6"/>
              </a:lnSpc>
            </a:pPr>
            <a:r>
              <a:rPr lang="en-US" sz="7823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Th</a:t>
            </a:r>
            <a:r>
              <a:rPr lang="en-US" sz="7823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e Aesthetic of Study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87142" y="5339710"/>
            <a:ext cx="7913715" cy="200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6"/>
              </a:lnSpc>
            </a:pPr>
            <a:r>
              <a:rPr lang="en-US" sz="29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A well-arranged desk full of</a:t>
            </a:r>
            <a:r>
              <a:rPr lang="en-US" sz="29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pastel stationery turns every study session into an aesthetic ritual of focus and inspiration.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3074196" y="-55017"/>
            <a:ext cx="7996265" cy="10397034"/>
          </a:xfrm>
          <a:custGeom>
            <a:avLst/>
            <a:gdLst/>
            <a:ahLst/>
            <a:cxnLst/>
            <a:rect r="r" b="b" t="t" l="l"/>
            <a:pathLst>
              <a:path h="10397034" w="7996265">
                <a:moveTo>
                  <a:pt x="0" y="10397034"/>
                </a:moveTo>
                <a:lnTo>
                  <a:pt x="7996264" y="10397034"/>
                </a:lnTo>
                <a:lnTo>
                  <a:pt x="7996264" y="0"/>
                </a:lnTo>
                <a:lnTo>
                  <a:pt x="0" y="0"/>
                </a:lnTo>
                <a:lnTo>
                  <a:pt x="0" y="103970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65165">
            <a:off x="16183453" y="630522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3"/>
                </a:lnTo>
                <a:lnTo>
                  <a:pt x="0" y="1111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07643" y="-421318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27683">
            <a:off x="13904908" y="743864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503585">
            <a:off x="-1280195" y="106132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71258" y="3136687"/>
            <a:ext cx="1815529" cy="2417775"/>
          </a:xfrm>
          <a:custGeom>
            <a:avLst/>
            <a:gdLst/>
            <a:ahLst/>
            <a:cxnLst/>
            <a:rect r="r" b="b" t="t" l="l"/>
            <a:pathLst>
              <a:path h="2417775" w="1815529">
                <a:moveTo>
                  <a:pt x="0" y="0"/>
                </a:moveTo>
                <a:lnTo>
                  <a:pt x="1815529" y="0"/>
                </a:lnTo>
                <a:lnTo>
                  <a:pt x="1815529" y="2417775"/>
                </a:lnTo>
                <a:lnTo>
                  <a:pt x="0" y="24177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9213" y="7493099"/>
            <a:ext cx="3790972" cy="1909271"/>
          </a:xfrm>
          <a:custGeom>
            <a:avLst/>
            <a:gdLst/>
            <a:ahLst/>
            <a:cxnLst/>
            <a:rect r="r" b="b" t="t" l="l"/>
            <a:pathLst>
              <a:path h="1909271" w="3790972">
                <a:moveTo>
                  <a:pt x="0" y="0"/>
                </a:moveTo>
                <a:lnTo>
                  <a:pt x="3790972" y="0"/>
                </a:lnTo>
                <a:lnTo>
                  <a:pt x="3790972" y="1909272"/>
                </a:lnTo>
                <a:lnTo>
                  <a:pt x="0" y="19092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525151" y="2288175"/>
            <a:ext cx="3239470" cy="4114800"/>
          </a:xfrm>
          <a:custGeom>
            <a:avLst/>
            <a:gdLst/>
            <a:ahLst/>
            <a:cxnLst/>
            <a:rect r="r" b="b" t="t" l="l"/>
            <a:pathLst>
              <a:path h="4114800" w="3239470">
                <a:moveTo>
                  <a:pt x="0" y="0"/>
                </a:moveTo>
                <a:lnTo>
                  <a:pt x="3239470" y="0"/>
                </a:lnTo>
                <a:lnTo>
                  <a:pt x="32394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41607" y="2937315"/>
            <a:ext cx="6261442" cy="213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9"/>
              </a:lnSpc>
            </a:pP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Motivation</a:t>
            </a: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 in Every Page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89563" y="5322994"/>
            <a:ext cx="6565531" cy="201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3"/>
              </a:lnSpc>
            </a:pP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Every blank notebook holds pot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en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tial. Filling its pages with dreams and notes reflects how creativity blossoms with patience.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8366441" y="818920"/>
            <a:ext cx="7136971" cy="9279750"/>
          </a:xfrm>
          <a:custGeom>
            <a:avLst/>
            <a:gdLst/>
            <a:ahLst/>
            <a:cxnLst/>
            <a:rect r="r" b="b" t="t" l="l"/>
            <a:pathLst>
              <a:path h="9279750" w="7136971">
                <a:moveTo>
                  <a:pt x="0" y="9279751"/>
                </a:moveTo>
                <a:lnTo>
                  <a:pt x="7136971" y="9279751"/>
                </a:lnTo>
                <a:lnTo>
                  <a:pt x="7136971" y="0"/>
                </a:lnTo>
                <a:lnTo>
                  <a:pt x="0" y="0"/>
                </a:lnTo>
                <a:lnTo>
                  <a:pt x="0" y="92797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-70996"/>
            <a:ext cx="7218542" cy="9329296"/>
          </a:xfrm>
          <a:custGeom>
            <a:avLst/>
            <a:gdLst/>
            <a:ahLst/>
            <a:cxnLst/>
            <a:rect r="r" b="b" t="t" l="l"/>
            <a:pathLst>
              <a:path h="9329296" w="7218542">
                <a:moveTo>
                  <a:pt x="0" y="0"/>
                </a:moveTo>
                <a:lnTo>
                  <a:pt x="7218542" y="0"/>
                </a:lnTo>
                <a:lnTo>
                  <a:pt x="7218542" y="9329296"/>
                </a:lnTo>
                <a:lnTo>
                  <a:pt x="0" y="93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4760" y="1741159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19"/>
                </a:lnTo>
                <a:lnTo>
                  <a:pt x="0" y="155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65165">
            <a:off x="16955953" y="5640319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27683">
            <a:off x="14713164" y="-222567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503585">
            <a:off x="1721943" y="9020648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1189105" y="7292520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20"/>
                </a:lnTo>
                <a:lnTo>
                  <a:pt x="0" y="15542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74802" y="7959323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19"/>
                </a:lnTo>
                <a:lnTo>
                  <a:pt x="0" y="155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4529" y="1793517"/>
            <a:ext cx="5538104" cy="4762769"/>
          </a:xfrm>
          <a:custGeom>
            <a:avLst/>
            <a:gdLst/>
            <a:ahLst/>
            <a:cxnLst/>
            <a:rect r="r" b="b" t="t" l="l"/>
            <a:pathLst>
              <a:path h="4762769" w="5538104">
                <a:moveTo>
                  <a:pt x="0" y="0"/>
                </a:moveTo>
                <a:lnTo>
                  <a:pt x="5538104" y="0"/>
                </a:lnTo>
                <a:lnTo>
                  <a:pt x="5538104" y="4762769"/>
                </a:lnTo>
                <a:lnTo>
                  <a:pt x="0" y="47627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740319" y="3498193"/>
            <a:ext cx="4389215" cy="189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8"/>
              </a:lnSpc>
            </a:pPr>
            <a:r>
              <a:rPr lang="en-US" sz="6507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Pl</a:t>
            </a:r>
            <a:r>
              <a:rPr lang="en-US" sz="6507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ayful Productivity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27758" y="5620027"/>
            <a:ext cx="6814338" cy="167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Combining playfulness with organization keeps learning enjoyable. Fun</a:t>
            </a:r>
            <a:r>
              <a:rPr lang="en-US" sz="24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designs make even routine tasks feel delightful and rewarding.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07643" y="-421318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3074196" y="-55017"/>
            <a:ext cx="7996265" cy="10397034"/>
          </a:xfrm>
          <a:custGeom>
            <a:avLst/>
            <a:gdLst/>
            <a:ahLst/>
            <a:cxnLst/>
            <a:rect r="r" b="b" t="t" l="l"/>
            <a:pathLst>
              <a:path h="10397034" w="7996265">
                <a:moveTo>
                  <a:pt x="0" y="10397034"/>
                </a:moveTo>
                <a:lnTo>
                  <a:pt x="7996264" y="10397034"/>
                </a:lnTo>
                <a:lnTo>
                  <a:pt x="7996264" y="0"/>
                </a:lnTo>
                <a:lnTo>
                  <a:pt x="0" y="0"/>
                </a:lnTo>
                <a:lnTo>
                  <a:pt x="0" y="1039703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65165">
            <a:off x="16183453" y="630522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3"/>
                </a:lnTo>
                <a:lnTo>
                  <a:pt x="0" y="11114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27683">
            <a:off x="13904908" y="743864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503585">
            <a:off x="-1280195" y="1061325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796149">
            <a:off x="13149703" y="2361929"/>
            <a:ext cx="4243652" cy="3641825"/>
          </a:xfrm>
          <a:custGeom>
            <a:avLst/>
            <a:gdLst/>
            <a:ahLst/>
            <a:cxnLst/>
            <a:rect r="r" b="b" t="t" l="l"/>
            <a:pathLst>
              <a:path h="3641825" w="4243652">
                <a:moveTo>
                  <a:pt x="0" y="0"/>
                </a:moveTo>
                <a:lnTo>
                  <a:pt x="4243652" y="0"/>
                </a:lnTo>
                <a:lnTo>
                  <a:pt x="4243652" y="3641825"/>
                </a:lnTo>
                <a:lnTo>
                  <a:pt x="0" y="36418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1258" y="3136687"/>
            <a:ext cx="1815529" cy="2417775"/>
          </a:xfrm>
          <a:custGeom>
            <a:avLst/>
            <a:gdLst/>
            <a:ahLst/>
            <a:cxnLst/>
            <a:rect r="r" b="b" t="t" l="l"/>
            <a:pathLst>
              <a:path h="2417775" w="1815529">
                <a:moveTo>
                  <a:pt x="0" y="0"/>
                </a:moveTo>
                <a:lnTo>
                  <a:pt x="1815529" y="0"/>
                </a:lnTo>
                <a:lnTo>
                  <a:pt x="1815529" y="2417775"/>
                </a:lnTo>
                <a:lnTo>
                  <a:pt x="0" y="2417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41607" y="2937315"/>
            <a:ext cx="6261442" cy="213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9"/>
              </a:lnSpc>
            </a:pP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A Wo</a:t>
            </a:r>
            <a:r>
              <a:rPr lang="en-US" sz="7290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rld of Colorful Pages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9563" y="5322994"/>
            <a:ext cx="6565531" cy="201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3"/>
              </a:lnSpc>
            </a:pP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Every notebook tells a story. 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The</a:t>
            </a:r>
            <a:r>
              <a:rPr lang="en-US" sz="2986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soft hues and smiling designs remind us that learning can be both gentle and joyful.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89213" y="7493099"/>
            <a:ext cx="3790972" cy="1909271"/>
          </a:xfrm>
          <a:custGeom>
            <a:avLst/>
            <a:gdLst/>
            <a:ahLst/>
            <a:cxnLst/>
            <a:rect r="r" b="b" t="t" l="l"/>
            <a:pathLst>
              <a:path h="1909271" w="3790972">
                <a:moveTo>
                  <a:pt x="0" y="0"/>
                </a:moveTo>
                <a:lnTo>
                  <a:pt x="3790972" y="0"/>
                </a:lnTo>
                <a:lnTo>
                  <a:pt x="3790972" y="1909272"/>
                </a:lnTo>
                <a:lnTo>
                  <a:pt x="0" y="19092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64219" y="-55049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1" y="0"/>
                </a:lnTo>
                <a:lnTo>
                  <a:pt x="6123781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33190" y="2660822"/>
            <a:ext cx="6123781" cy="7914418"/>
          </a:xfrm>
          <a:custGeom>
            <a:avLst/>
            <a:gdLst/>
            <a:ahLst/>
            <a:cxnLst/>
            <a:rect r="r" b="b" t="t" l="l"/>
            <a:pathLst>
              <a:path h="7914418" w="6123781">
                <a:moveTo>
                  <a:pt x="0" y="0"/>
                </a:moveTo>
                <a:lnTo>
                  <a:pt x="6123780" y="0"/>
                </a:lnTo>
                <a:lnTo>
                  <a:pt x="6123780" y="7914417"/>
                </a:lnTo>
                <a:lnTo>
                  <a:pt x="0" y="791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853647" y="-434973"/>
            <a:ext cx="8580706" cy="11156947"/>
          </a:xfrm>
          <a:custGeom>
            <a:avLst/>
            <a:gdLst/>
            <a:ahLst/>
            <a:cxnLst/>
            <a:rect r="r" b="b" t="t" l="l"/>
            <a:pathLst>
              <a:path h="11156947" w="8580706">
                <a:moveTo>
                  <a:pt x="0" y="11156946"/>
                </a:moveTo>
                <a:lnTo>
                  <a:pt x="8580706" y="11156946"/>
                </a:lnTo>
                <a:lnTo>
                  <a:pt x="8580706" y="0"/>
                </a:lnTo>
                <a:lnTo>
                  <a:pt x="0" y="0"/>
                </a:lnTo>
                <a:lnTo>
                  <a:pt x="0" y="1115694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37252" y="6507911"/>
            <a:ext cx="3131903" cy="1577340"/>
          </a:xfrm>
          <a:custGeom>
            <a:avLst/>
            <a:gdLst/>
            <a:ahLst/>
            <a:cxnLst/>
            <a:rect r="r" b="b" t="t" l="l"/>
            <a:pathLst>
              <a:path h="1577340" w="3131903">
                <a:moveTo>
                  <a:pt x="0" y="0"/>
                </a:moveTo>
                <a:lnTo>
                  <a:pt x="3131904" y="0"/>
                </a:lnTo>
                <a:lnTo>
                  <a:pt x="3131904" y="1577341"/>
                </a:lnTo>
                <a:lnTo>
                  <a:pt x="0" y="1577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1365165">
            <a:off x="16678132" y="2967811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27683">
            <a:off x="12914874" y="-372606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503585">
            <a:off x="1826745" y="8920694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5" y="0"/>
                </a:lnTo>
                <a:lnTo>
                  <a:pt x="3723275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593265" y="4772442"/>
            <a:ext cx="1927524" cy="2524139"/>
          </a:xfrm>
          <a:custGeom>
            <a:avLst/>
            <a:gdLst/>
            <a:ahLst/>
            <a:cxnLst/>
            <a:rect r="r" b="b" t="t" l="l"/>
            <a:pathLst>
              <a:path h="2524139" w="1927524">
                <a:moveTo>
                  <a:pt x="0" y="0"/>
                </a:moveTo>
                <a:lnTo>
                  <a:pt x="1927524" y="0"/>
                </a:lnTo>
                <a:lnTo>
                  <a:pt x="1927524" y="2524139"/>
                </a:lnTo>
                <a:lnTo>
                  <a:pt x="0" y="25241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2647" y="1267691"/>
            <a:ext cx="3217025" cy="4114800"/>
          </a:xfrm>
          <a:custGeom>
            <a:avLst/>
            <a:gdLst/>
            <a:ahLst/>
            <a:cxnLst/>
            <a:rect r="r" b="b" t="t" l="l"/>
            <a:pathLst>
              <a:path h="4114800" w="3217025">
                <a:moveTo>
                  <a:pt x="0" y="0"/>
                </a:moveTo>
                <a:lnTo>
                  <a:pt x="3217026" y="0"/>
                </a:lnTo>
                <a:lnTo>
                  <a:pt x="3217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05446" y="2776763"/>
            <a:ext cx="5277108" cy="228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6"/>
              </a:lnSpc>
            </a:pPr>
            <a:r>
              <a:rPr lang="en-US" sz="7823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A</a:t>
            </a:r>
            <a:r>
              <a:rPr lang="en-US" sz="7823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 Lifetime of Learning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87142" y="5339710"/>
            <a:ext cx="7913715" cy="200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6"/>
              </a:lnSpc>
            </a:pPr>
            <a:r>
              <a:rPr lang="en-US" sz="29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Books and stationery reflect a lifelong pursuit of</a:t>
            </a:r>
            <a:r>
              <a:rPr lang="en-US" sz="29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curiosity. They encourage us to keep exploring ideas with childlike wonder.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93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400000">
            <a:off x="8366441" y="818920"/>
            <a:ext cx="7136971" cy="9279750"/>
          </a:xfrm>
          <a:custGeom>
            <a:avLst/>
            <a:gdLst/>
            <a:ahLst/>
            <a:cxnLst/>
            <a:rect r="r" b="b" t="t" l="l"/>
            <a:pathLst>
              <a:path h="9279750" w="7136971">
                <a:moveTo>
                  <a:pt x="0" y="9279751"/>
                </a:moveTo>
                <a:lnTo>
                  <a:pt x="7136971" y="9279751"/>
                </a:lnTo>
                <a:lnTo>
                  <a:pt x="7136971" y="0"/>
                </a:lnTo>
                <a:lnTo>
                  <a:pt x="0" y="0"/>
                </a:lnTo>
                <a:lnTo>
                  <a:pt x="0" y="92797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-70996"/>
            <a:ext cx="7218542" cy="9329296"/>
          </a:xfrm>
          <a:custGeom>
            <a:avLst/>
            <a:gdLst/>
            <a:ahLst/>
            <a:cxnLst/>
            <a:rect r="r" b="b" t="t" l="l"/>
            <a:pathLst>
              <a:path h="9329296" w="7218542">
                <a:moveTo>
                  <a:pt x="0" y="0"/>
                </a:moveTo>
                <a:lnTo>
                  <a:pt x="7218542" y="0"/>
                </a:lnTo>
                <a:lnTo>
                  <a:pt x="7218542" y="9329296"/>
                </a:lnTo>
                <a:lnTo>
                  <a:pt x="0" y="9329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4760" y="1741159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19"/>
                </a:lnTo>
                <a:lnTo>
                  <a:pt x="0" y="155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65165">
            <a:off x="16955953" y="5640319"/>
            <a:ext cx="1162336" cy="1111484"/>
          </a:xfrm>
          <a:custGeom>
            <a:avLst/>
            <a:gdLst/>
            <a:ahLst/>
            <a:cxnLst/>
            <a:rect r="r" b="b" t="t" l="l"/>
            <a:pathLst>
              <a:path h="1111484" w="1162336">
                <a:moveTo>
                  <a:pt x="0" y="0"/>
                </a:moveTo>
                <a:lnTo>
                  <a:pt x="1162336" y="0"/>
                </a:lnTo>
                <a:lnTo>
                  <a:pt x="1162336" y="1111484"/>
                </a:lnTo>
                <a:lnTo>
                  <a:pt x="0" y="1111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27683">
            <a:off x="14713164" y="-222567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5"/>
                </a:lnTo>
                <a:lnTo>
                  <a:pt x="0" y="14013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503585">
            <a:off x="1721943" y="9020648"/>
            <a:ext cx="3723276" cy="1401306"/>
          </a:xfrm>
          <a:custGeom>
            <a:avLst/>
            <a:gdLst/>
            <a:ahLst/>
            <a:cxnLst/>
            <a:rect r="r" b="b" t="t" l="l"/>
            <a:pathLst>
              <a:path h="1401306" w="3723276">
                <a:moveTo>
                  <a:pt x="0" y="0"/>
                </a:moveTo>
                <a:lnTo>
                  <a:pt x="3723276" y="0"/>
                </a:lnTo>
                <a:lnTo>
                  <a:pt x="3723276" y="1401306"/>
                </a:lnTo>
                <a:lnTo>
                  <a:pt x="0" y="1401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4738" y="726350"/>
            <a:ext cx="5137686" cy="6422108"/>
          </a:xfrm>
          <a:custGeom>
            <a:avLst/>
            <a:gdLst/>
            <a:ahLst/>
            <a:cxnLst/>
            <a:rect r="r" b="b" t="t" l="l"/>
            <a:pathLst>
              <a:path h="6422108" w="5137686">
                <a:moveTo>
                  <a:pt x="0" y="0"/>
                </a:moveTo>
                <a:lnTo>
                  <a:pt x="5137686" y="0"/>
                </a:lnTo>
                <a:lnTo>
                  <a:pt x="5137686" y="6422108"/>
                </a:lnTo>
                <a:lnTo>
                  <a:pt x="0" y="64221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740319" y="3498193"/>
            <a:ext cx="4389215" cy="189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8"/>
              </a:lnSpc>
            </a:pPr>
            <a:r>
              <a:rPr lang="en-US" sz="6507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O</a:t>
            </a:r>
            <a:r>
              <a:rPr lang="en-US" sz="6507">
                <a:solidFill>
                  <a:srgbClr val="5693B1"/>
                </a:solidFill>
                <a:latin typeface="Scripter"/>
                <a:ea typeface="Scripter"/>
                <a:cs typeface="Scripter"/>
                <a:sym typeface="Scripter"/>
              </a:rPr>
              <a:t>rganized with Style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27758" y="5620027"/>
            <a:ext cx="6814338" cy="167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4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Stationery teaches us discipline through beauty. From</a:t>
            </a:r>
            <a:r>
              <a:rPr lang="en-US" sz="2471">
                <a:solidFill>
                  <a:srgbClr val="5693B1"/>
                </a:solidFill>
                <a:latin typeface="Biski"/>
                <a:ea typeface="Biski"/>
                <a:cs typeface="Biski"/>
                <a:sym typeface="Biski"/>
              </a:rPr>
              <a:t> sticky notes to journals, every tool enhances productivity while adding personality to our workspace.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189105" y="7292520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20"/>
                </a:lnTo>
                <a:lnTo>
                  <a:pt x="0" y="15542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574802" y="7959323"/>
            <a:ext cx="3085995" cy="1554219"/>
          </a:xfrm>
          <a:custGeom>
            <a:avLst/>
            <a:gdLst/>
            <a:ahLst/>
            <a:cxnLst/>
            <a:rect r="r" b="b" t="t" l="l"/>
            <a:pathLst>
              <a:path h="1554219" w="3085995">
                <a:moveTo>
                  <a:pt x="0" y="0"/>
                </a:moveTo>
                <a:lnTo>
                  <a:pt x="3085995" y="0"/>
                </a:lnTo>
                <a:lnTo>
                  <a:pt x="3085995" y="1554219"/>
                </a:lnTo>
                <a:lnTo>
                  <a:pt x="0" y="155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DAHJ2b2UrXQ</dc:identifier>
  <dcterms:modified xsi:type="dcterms:W3CDTF">2011-08-01T06:04:30Z</dcterms:modified>
  <cp:revision>1</cp:revision>
  <dc:title>Pink and Blue Playful Learning Presentation</dc:title>
</cp:coreProperties>
</file>