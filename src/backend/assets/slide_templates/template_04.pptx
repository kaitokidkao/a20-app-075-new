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grandir Bold" charset="1" panose="00000800000000000000"/>
      <p:regular r:id="rId26"/>
    </p:embeddedFont>
    <p:embeddedFont>
      <p:font typeface="Poppins" charset="1" panose="00000500000000000000"/>
      <p:regular r:id="rId27"/>
    </p:embeddedFont>
    <p:embeddedFont>
      <p:font typeface="Poppins Bold" charset="1" panose="00000800000000000000"/>
      <p:regular r:id="rId28"/>
    </p:embeddedFont>
    <p:embeddedFont>
      <p:font typeface="Poppins Medium" charset="1" panose="000006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9.jpeg" Type="http://schemas.openxmlformats.org/officeDocument/2006/relationships/image"/><Relationship Id="rId3" Target="../media/image30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4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47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9.jpeg" Type="http://schemas.openxmlformats.org/officeDocument/2006/relationships/image"/><Relationship Id="rId3" Target="../media/image30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4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47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5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82183" y="883041"/>
            <a:ext cx="13907062" cy="8520918"/>
            <a:chOff x="0" y="0"/>
            <a:chExt cx="3662765" cy="2244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62766" cy="2244192"/>
            </a:xfrm>
            <a:custGeom>
              <a:avLst/>
              <a:gdLst/>
              <a:ahLst/>
              <a:cxnLst/>
              <a:rect r="r" b="b" t="t" l="l"/>
              <a:pathLst>
                <a:path h="2244192" w="3662766">
                  <a:moveTo>
                    <a:pt x="28391" y="0"/>
                  </a:moveTo>
                  <a:lnTo>
                    <a:pt x="3634374" y="0"/>
                  </a:lnTo>
                  <a:cubicBezTo>
                    <a:pt x="3641904" y="0"/>
                    <a:pt x="3649126" y="2991"/>
                    <a:pt x="3654450" y="8316"/>
                  </a:cubicBezTo>
                  <a:cubicBezTo>
                    <a:pt x="3659774" y="13640"/>
                    <a:pt x="3662766" y="20861"/>
                    <a:pt x="3662766" y="28391"/>
                  </a:cubicBezTo>
                  <a:lnTo>
                    <a:pt x="3662766" y="2215801"/>
                  </a:lnTo>
                  <a:cubicBezTo>
                    <a:pt x="3662766" y="2223331"/>
                    <a:pt x="3659774" y="2230552"/>
                    <a:pt x="3654450" y="2235877"/>
                  </a:cubicBezTo>
                  <a:cubicBezTo>
                    <a:pt x="3649126" y="2241201"/>
                    <a:pt x="3641904" y="2244192"/>
                    <a:pt x="3634374" y="2244192"/>
                  </a:cubicBezTo>
                  <a:lnTo>
                    <a:pt x="28391" y="2244192"/>
                  </a:lnTo>
                  <a:cubicBezTo>
                    <a:pt x="20861" y="2244192"/>
                    <a:pt x="13640" y="2241201"/>
                    <a:pt x="8316" y="2235877"/>
                  </a:cubicBezTo>
                  <a:cubicBezTo>
                    <a:pt x="2991" y="2230552"/>
                    <a:pt x="0" y="2223331"/>
                    <a:pt x="0" y="2215801"/>
                  </a:cubicBezTo>
                  <a:lnTo>
                    <a:pt x="0" y="28391"/>
                  </a:lnTo>
                  <a:cubicBezTo>
                    <a:pt x="0" y="20861"/>
                    <a:pt x="2991" y="13640"/>
                    <a:pt x="8316" y="8316"/>
                  </a:cubicBezTo>
                  <a:cubicBezTo>
                    <a:pt x="13640" y="2991"/>
                    <a:pt x="20861" y="0"/>
                    <a:pt x="28391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662765" cy="2310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2889" y="1641409"/>
            <a:ext cx="6179500" cy="6600956"/>
            <a:chOff x="0" y="0"/>
            <a:chExt cx="1124862" cy="1201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4862" cy="1201581"/>
            </a:xfrm>
            <a:custGeom>
              <a:avLst/>
              <a:gdLst/>
              <a:ahLst/>
              <a:cxnLst/>
              <a:rect r="r" b="b" t="t" l="l"/>
              <a:pathLst>
                <a:path h="1201581" w="1124862">
                  <a:moveTo>
                    <a:pt x="50114" y="0"/>
                  </a:moveTo>
                  <a:lnTo>
                    <a:pt x="1074749" y="0"/>
                  </a:lnTo>
                  <a:cubicBezTo>
                    <a:pt x="1088040" y="0"/>
                    <a:pt x="1100786" y="5280"/>
                    <a:pt x="1110185" y="14678"/>
                  </a:cubicBezTo>
                  <a:cubicBezTo>
                    <a:pt x="1119583" y="24076"/>
                    <a:pt x="1124862" y="36823"/>
                    <a:pt x="1124862" y="50114"/>
                  </a:cubicBezTo>
                  <a:lnTo>
                    <a:pt x="1124862" y="1151467"/>
                  </a:lnTo>
                  <a:cubicBezTo>
                    <a:pt x="1124862" y="1164758"/>
                    <a:pt x="1119583" y="1177505"/>
                    <a:pt x="1110185" y="1186903"/>
                  </a:cubicBezTo>
                  <a:cubicBezTo>
                    <a:pt x="1100786" y="1196301"/>
                    <a:pt x="1088040" y="1201581"/>
                    <a:pt x="1074749" y="1201581"/>
                  </a:cubicBezTo>
                  <a:lnTo>
                    <a:pt x="50114" y="1201581"/>
                  </a:lnTo>
                  <a:cubicBezTo>
                    <a:pt x="36823" y="1201581"/>
                    <a:pt x="24076" y="1196301"/>
                    <a:pt x="14678" y="1186903"/>
                  </a:cubicBezTo>
                  <a:cubicBezTo>
                    <a:pt x="5280" y="1177505"/>
                    <a:pt x="0" y="1164758"/>
                    <a:pt x="0" y="1151467"/>
                  </a:cubicBezTo>
                  <a:lnTo>
                    <a:pt x="0" y="50114"/>
                  </a:lnTo>
                  <a:cubicBezTo>
                    <a:pt x="0" y="36823"/>
                    <a:pt x="5280" y="24076"/>
                    <a:pt x="14678" y="14678"/>
                  </a:cubicBezTo>
                  <a:cubicBezTo>
                    <a:pt x="24076" y="5280"/>
                    <a:pt x="36823" y="0"/>
                    <a:pt x="50114" y="0"/>
                  </a:cubicBezTo>
                  <a:close/>
                </a:path>
              </a:pathLst>
            </a:custGeom>
            <a:blipFill>
              <a:blip r:embed="rId2"/>
              <a:stretch>
                <a:fillRect l="-30042" t="0" r="-3004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677504" y="5143500"/>
            <a:ext cx="5171709" cy="5143500"/>
          </a:xfrm>
          <a:custGeom>
            <a:avLst/>
            <a:gdLst/>
            <a:ahLst/>
            <a:cxnLst/>
            <a:rect r="r" b="b" t="t" l="l"/>
            <a:pathLst>
              <a:path h="5143500" w="5171709">
                <a:moveTo>
                  <a:pt x="0" y="0"/>
                </a:moveTo>
                <a:lnTo>
                  <a:pt x="5171709" y="0"/>
                </a:lnTo>
                <a:lnTo>
                  <a:pt x="517170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50930" y="2670343"/>
            <a:ext cx="7768585" cy="310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4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 &amp; Engaging Language Learning App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392098" y="3852169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9144000" y="6664570"/>
            <a:ext cx="915789" cy="915789"/>
          </a:xfrm>
          <a:custGeom>
            <a:avLst/>
            <a:gdLst/>
            <a:ahLst/>
            <a:cxnLst/>
            <a:rect r="r" b="b" t="t" l="l"/>
            <a:pathLst>
              <a:path h="915789" w="915789">
                <a:moveTo>
                  <a:pt x="0" y="0"/>
                </a:moveTo>
                <a:lnTo>
                  <a:pt x="915789" y="0"/>
                </a:lnTo>
                <a:lnTo>
                  <a:pt x="915789" y="915789"/>
                </a:lnTo>
                <a:lnTo>
                  <a:pt x="0" y="9157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8795" y="1028700"/>
            <a:ext cx="2193309" cy="1407706"/>
          </a:xfrm>
          <a:custGeom>
            <a:avLst/>
            <a:gdLst/>
            <a:ahLst/>
            <a:cxnLst/>
            <a:rect r="r" b="b" t="t" l="l"/>
            <a:pathLst>
              <a:path h="1407706" w="2193309">
                <a:moveTo>
                  <a:pt x="0" y="0"/>
                </a:moveTo>
                <a:lnTo>
                  <a:pt x="2193309" y="0"/>
                </a:lnTo>
                <a:lnTo>
                  <a:pt x="2193309" y="1407706"/>
                </a:lnTo>
                <a:lnTo>
                  <a:pt x="0" y="14077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22889" y="9006411"/>
            <a:ext cx="2667536" cy="543207"/>
          </a:xfrm>
          <a:custGeom>
            <a:avLst/>
            <a:gdLst/>
            <a:ahLst/>
            <a:cxnLst/>
            <a:rect r="r" b="b" t="t" l="l"/>
            <a:pathLst>
              <a:path h="543207" w="2667536">
                <a:moveTo>
                  <a:pt x="0" y="0"/>
                </a:moveTo>
                <a:lnTo>
                  <a:pt x="2667536" y="0"/>
                </a:lnTo>
                <a:lnTo>
                  <a:pt x="2667536" y="543207"/>
                </a:lnTo>
                <a:lnTo>
                  <a:pt x="0" y="5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50930" y="5759745"/>
            <a:ext cx="40988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Pitch Deck 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930" y="1574734"/>
            <a:ext cx="370323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Ingoude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0930" y="7761995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0930" y="8169665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Avery Davis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418648" y="5143500"/>
            <a:ext cx="1146162" cy="418870"/>
          </a:xfrm>
          <a:custGeom>
            <a:avLst/>
            <a:gdLst/>
            <a:ahLst/>
            <a:cxnLst/>
            <a:rect r="r" b="b" t="t" l="l"/>
            <a:pathLst>
              <a:path h="418870" w="1146162">
                <a:moveTo>
                  <a:pt x="0" y="0"/>
                </a:moveTo>
                <a:lnTo>
                  <a:pt x="1146162" y="0"/>
                </a:lnTo>
                <a:lnTo>
                  <a:pt x="1146162" y="418870"/>
                </a:lnTo>
                <a:lnTo>
                  <a:pt x="0" y="4188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33" y="5143500"/>
            <a:ext cx="14932134" cy="6140458"/>
            <a:chOff x="0" y="0"/>
            <a:chExt cx="2268748" cy="932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8748" cy="932964"/>
            </a:xfrm>
            <a:custGeom>
              <a:avLst/>
              <a:gdLst/>
              <a:ahLst/>
              <a:cxnLst/>
              <a:rect r="r" b="b" t="t" l="l"/>
              <a:pathLst>
                <a:path h="932964" w="2268748">
                  <a:moveTo>
                    <a:pt x="26961" y="0"/>
                  </a:moveTo>
                  <a:lnTo>
                    <a:pt x="2241787" y="0"/>
                  </a:lnTo>
                  <a:cubicBezTo>
                    <a:pt x="2248938" y="0"/>
                    <a:pt x="2255795" y="2840"/>
                    <a:pt x="2260851" y="7897"/>
                  </a:cubicBezTo>
                  <a:cubicBezTo>
                    <a:pt x="2265907" y="12953"/>
                    <a:pt x="2268748" y="19810"/>
                    <a:pt x="2268748" y="26961"/>
                  </a:cubicBezTo>
                  <a:lnTo>
                    <a:pt x="2268748" y="906004"/>
                  </a:lnTo>
                  <a:cubicBezTo>
                    <a:pt x="2268748" y="913154"/>
                    <a:pt x="2265907" y="920012"/>
                    <a:pt x="2260851" y="925068"/>
                  </a:cubicBezTo>
                  <a:cubicBezTo>
                    <a:pt x="2255795" y="930124"/>
                    <a:pt x="2248938" y="932964"/>
                    <a:pt x="2241787" y="932964"/>
                  </a:cubicBezTo>
                  <a:lnTo>
                    <a:pt x="26961" y="932964"/>
                  </a:lnTo>
                  <a:cubicBezTo>
                    <a:pt x="19810" y="932964"/>
                    <a:pt x="12953" y="930124"/>
                    <a:pt x="7897" y="925068"/>
                  </a:cubicBezTo>
                  <a:cubicBezTo>
                    <a:pt x="2840" y="920012"/>
                    <a:pt x="0" y="913154"/>
                    <a:pt x="0" y="906004"/>
                  </a:cubicBezTo>
                  <a:lnTo>
                    <a:pt x="0" y="26961"/>
                  </a:lnTo>
                  <a:cubicBezTo>
                    <a:pt x="0" y="19810"/>
                    <a:pt x="2840" y="12953"/>
                    <a:pt x="7897" y="7897"/>
                  </a:cubicBezTo>
                  <a:cubicBezTo>
                    <a:pt x="12953" y="2840"/>
                    <a:pt x="19810" y="0"/>
                    <a:pt x="269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4204" r="0" b="-806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9288" y="4759799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7" y="0"/>
                </a:lnTo>
                <a:lnTo>
                  <a:pt x="2757697" y="1007813"/>
                </a:lnTo>
                <a:lnTo>
                  <a:pt x="0" y="100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71967" y="1972310"/>
            <a:ext cx="3029460" cy="899593"/>
          </a:xfrm>
          <a:custGeom>
            <a:avLst/>
            <a:gdLst/>
            <a:ahLst/>
            <a:cxnLst/>
            <a:rect r="r" b="b" t="t" l="l"/>
            <a:pathLst>
              <a:path h="899593" w="3029460">
                <a:moveTo>
                  <a:pt x="0" y="0"/>
                </a:moveTo>
                <a:lnTo>
                  <a:pt x="3029460" y="0"/>
                </a:lnTo>
                <a:lnTo>
                  <a:pt x="3029460" y="899593"/>
                </a:lnTo>
                <a:lnTo>
                  <a:pt x="0" y="899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18136" y="971550"/>
            <a:ext cx="1252493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Languages Doesn’t Have to Be Boring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8136" y="3267549"/>
            <a:ext cx="93776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raditional methods can feel dry and repetitive, but Ingoude makes language learning interactive, engaging, and fun—turning every lesson into a game-like experience.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23472" y="1064668"/>
            <a:ext cx="7749494" cy="4078832"/>
            <a:chOff x="0" y="0"/>
            <a:chExt cx="1512282" cy="79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2282" cy="795967"/>
            </a:xfrm>
            <a:custGeom>
              <a:avLst/>
              <a:gdLst/>
              <a:ahLst/>
              <a:cxnLst/>
              <a:rect r="r" b="b" t="t" l="l"/>
              <a:pathLst>
                <a:path h="795967" w="1512282">
                  <a:moveTo>
                    <a:pt x="59941" y="0"/>
                  </a:moveTo>
                  <a:lnTo>
                    <a:pt x="1452340" y="0"/>
                  </a:lnTo>
                  <a:cubicBezTo>
                    <a:pt x="1485445" y="0"/>
                    <a:pt x="1512282" y="26837"/>
                    <a:pt x="1512282" y="59941"/>
                  </a:cubicBezTo>
                  <a:lnTo>
                    <a:pt x="1512282" y="736026"/>
                  </a:lnTo>
                  <a:cubicBezTo>
                    <a:pt x="1512282" y="769130"/>
                    <a:pt x="1485445" y="795967"/>
                    <a:pt x="1452340" y="795967"/>
                  </a:cubicBezTo>
                  <a:lnTo>
                    <a:pt x="59941" y="795967"/>
                  </a:lnTo>
                  <a:cubicBezTo>
                    <a:pt x="26837" y="795967"/>
                    <a:pt x="0" y="769130"/>
                    <a:pt x="0" y="736026"/>
                  </a:cubicBezTo>
                  <a:lnTo>
                    <a:pt x="0" y="59941"/>
                  </a:lnTo>
                  <a:cubicBezTo>
                    <a:pt x="0" y="26837"/>
                    <a:pt x="26837" y="0"/>
                    <a:pt x="5994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388" r="0" b="-133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5526604"/>
            <a:ext cx="13708098" cy="4032690"/>
            <a:chOff x="0" y="0"/>
            <a:chExt cx="3610363" cy="10621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0363" cy="1062108"/>
            </a:xfrm>
            <a:custGeom>
              <a:avLst/>
              <a:gdLst/>
              <a:ahLst/>
              <a:cxnLst/>
              <a:rect r="r" b="b" t="t" l="l"/>
              <a:pathLst>
                <a:path h="1062108" w="3610363">
                  <a:moveTo>
                    <a:pt x="28803" y="0"/>
                  </a:moveTo>
                  <a:lnTo>
                    <a:pt x="3581560" y="0"/>
                  </a:lnTo>
                  <a:cubicBezTo>
                    <a:pt x="3597468" y="0"/>
                    <a:pt x="3610363" y="12896"/>
                    <a:pt x="3610363" y="28803"/>
                  </a:cubicBezTo>
                  <a:lnTo>
                    <a:pt x="3610363" y="1033304"/>
                  </a:lnTo>
                  <a:cubicBezTo>
                    <a:pt x="3610363" y="1040944"/>
                    <a:pt x="3607329" y="1048270"/>
                    <a:pt x="3601927" y="1053671"/>
                  </a:cubicBezTo>
                  <a:cubicBezTo>
                    <a:pt x="3596525" y="1059073"/>
                    <a:pt x="3589199" y="1062108"/>
                    <a:pt x="3581560" y="1062108"/>
                  </a:cubicBezTo>
                  <a:lnTo>
                    <a:pt x="28803" y="1062108"/>
                  </a:lnTo>
                  <a:cubicBezTo>
                    <a:pt x="21164" y="1062108"/>
                    <a:pt x="13838" y="1059073"/>
                    <a:pt x="8436" y="1053671"/>
                  </a:cubicBezTo>
                  <a:cubicBezTo>
                    <a:pt x="3035" y="1048270"/>
                    <a:pt x="0" y="1040944"/>
                    <a:pt x="0" y="1033304"/>
                  </a:cubicBezTo>
                  <a:lnTo>
                    <a:pt x="0" y="28803"/>
                  </a:lnTo>
                  <a:cubicBezTo>
                    <a:pt x="0" y="21164"/>
                    <a:pt x="3035" y="13838"/>
                    <a:pt x="8436" y="8436"/>
                  </a:cubicBezTo>
                  <a:cubicBezTo>
                    <a:pt x="13838" y="3035"/>
                    <a:pt x="21164" y="0"/>
                    <a:pt x="28803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610363" cy="112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27273" y="6324625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85282" y="6324625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7" y="0"/>
                </a:lnTo>
                <a:lnTo>
                  <a:pt x="563047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7273" y="7895440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85282" y="7895440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7" y="0"/>
                </a:lnTo>
                <a:lnTo>
                  <a:pt x="563047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15358" y="4914613"/>
            <a:ext cx="4178956" cy="5551753"/>
          </a:xfrm>
          <a:custGeom>
            <a:avLst/>
            <a:gdLst/>
            <a:ahLst/>
            <a:cxnLst/>
            <a:rect r="r" b="b" t="t" l="l"/>
            <a:pathLst>
              <a:path h="5551753" w="4178956">
                <a:moveTo>
                  <a:pt x="0" y="0"/>
                </a:moveTo>
                <a:lnTo>
                  <a:pt x="4178956" y="0"/>
                </a:lnTo>
                <a:lnTo>
                  <a:pt x="4178956" y="5551753"/>
                </a:lnTo>
                <a:lnTo>
                  <a:pt x="0" y="5551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70801" y="6279123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63245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7273" y="2113915"/>
            <a:ext cx="4873121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ur 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acti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ve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F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atu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re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21174" y="6212448"/>
            <a:ext cx="328414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Language games designed to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strengthen and expand vocabulary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79184" y="6212448"/>
            <a:ext cx="314885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Daily challenges created to keep learners motivated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every 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1174" y="7783264"/>
            <a:ext cx="3525211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audio practice offered with authentic na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tive accents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79184" y="7783264"/>
            <a:ext cx="35043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storytelling provided to improve und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erstanding and comprehension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5400000">
            <a:off x="17193318" y="3468978"/>
            <a:ext cx="1459576" cy="729788"/>
          </a:xfrm>
          <a:custGeom>
            <a:avLst/>
            <a:gdLst/>
            <a:ahLst/>
            <a:cxnLst/>
            <a:rect r="r" b="b" t="t" l="l"/>
            <a:pathLst>
              <a:path h="729788" w="1459576">
                <a:moveTo>
                  <a:pt x="0" y="0"/>
                </a:moveTo>
                <a:lnTo>
                  <a:pt x="1459576" y="0"/>
                </a:lnTo>
                <a:lnTo>
                  <a:pt x="1459576" y="729788"/>
                </a:lnTo>
                <a:lnTo>
                  <a:pt x="0" y="7297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41431" y="4604935"/>
            <a:ext cx="9115076" cy="6213216"/>
            <a:chOff x="0" y="0"/>
            <a:chExt cx="2400678" cy="1636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0678" cy="1636403"/>
            </a:xfrm>
            <a:custGeom>
              <a:avLst/>
              <a:gdLst/>
              <a:ahLst/>
              <a:cxnLst/>
              <a:rect r="r" b="b" t="t" l="l"/>
              <a:pathLst>
                <a:path h="1636403" w="2400678">
                  <a:moveTo>
                    <a:pt x="43317" y="0"/>
                  </a:moveTo>
                  <a:lnTo>
                    <a:pt x="2357362" y="0"/>
                  </a:lnTo>
                  <a:cubicBezTo>
                    <a:pt x="2368850" y="0"/>
                    <a:pt x="2379868" y="4564"/>
                    <a:pt x="2387991" y="12687"/>
                  </a:cubicBezTo>
                  <a:cubicBezTo>
                    <a:pt x="2396115" y="20811"/>
                    <a:pt x="2400678" y="31829"/>
                    <a:pt x="2400678" y="43317"/>
                  </a:cubicBezTo>
                  <a:lnTo>
                    <a:pt x="2400678" y="1593086"/>
                  </a:lnTo>
                  <a:cubicBezTo>
                    <a:pt x="2400678" y="1617009"/>
                    <a:pt x="2381285" y="1636403"/>
                    <a:pt x="2357362" y="1636403"/>
                  </a:cubicBezTo>
                  <a:lnTo>
                    <a:pt x="43317" y="1636403"/>
                  </a:lnTo>
                  <a:cubicBezTo>
                    <a:pt x="19394" y="1636403"/>
                    <a:pt x="0" y="1617009"/>
                    <a:pt x="0" y="1593086"/>
                  </a:cubicBezTo>
                  <a:lnTo>
                    <a:pt x="0" y="43317"/>
                  </a:lnTo>
                  <a:cubicBezTo>
                    <a:pt x="0" y="19394"/>
                    <a:pt x="19394" y="0"/>
                    <a:pt x="43317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400678" cy="170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37923" y="1263557"/>
            <a:ext cx="7041302" cy="7759885"/>
            <a:chOff x="0" y="0"/>
            <a:chExt cx="1069836" cy="1179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/>
              <a:stretch>
                <a:fillRect l="-9259" t="0" r="-5615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458752" y="5143500"/>
            <a:ext cx="3533206" cy="5280606"/>
          </a:xfrm>
          <a:custGeom>
            <a:avLst/>
            <a:gdLst/>
            <a:ahLst/>
            <a:cxnLst/>
            <a:rect r="r" b="b" t="t" l="l"/>
            <a:pathLst>
              <a:path h="5280606" w="3533206">
                <a:moveTo>
                  <a:pt x="0" y="0"/>
                </a:moveTo>
                <a:lnTo>
                  <a:pt x="3533206" y="0"/>
                </a:lnTo>
                <a:lnTo>
                  <a:pt x="3533206" y="5280606"/>
                </a:lnTo>
                <a:lnTo>
                  <a:pt x="0" y="528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78531" y="1424582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Leveling Up &amp; Certification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8531" y="3353324"/>
            <a:ext cx="61384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y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 progress, so does your level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2460" y="6859626"/>
            <a:ext cx="4370904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rn digital certificates for every level you complete, and use your achievements to showcase progress at work, in school, or for personal milestones.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2460" y="5758573"/>
            <a:ext cx="403239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Beginne</a:t>
            </a: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 → Intermediate → Advanced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027829" y="5143500"/>
            <a:ext cx="861846" cy="717487"/>
          </a:xfrm>
          <a:custGeom>
            <a:avLst/>
            <a:gdLst/>
            <a:ahLst/>
            <a:cxnLst/>
            <a:rect r="r" b="b" t="t" l="l"/>
            <a:pathLst>
              <a:path h="717487" w="861846">
                <a:moveTo>
                  <a:pt x="0" y="0"/>
                </a:moveTo>
                <a:lnTo>
                  <a:pt x="861846" y="0"/>
                </a:lnTo>
                <a:lnTo>
                  <a:pt x="861846" y="717487"/>
                </a:lnTo>
                <a:lnTo>
                  <a:pt x="0" y="717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9075" y="977825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7" y="0"/>
                </a:lnTo>
                <a:lnTo>
                  <a:pt x="2757697" y="1007813"/>
                </a:lnTo>
                <a:lnTo>
                  <a:pt x="0" y="1007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193318" y="3468978"/>
            <a:ext cx="1459576" cy="729788"/>
          </a:xfrm>
          <a:custGeom>
            <a:avLst/>
            <a:gdLst/>
            <a:ahLst/>
            <a:cxnLst/>
            <a:rect r="r" b="b" t="t" l="l"/>
            <a:pathLst>
              <a:path h="729788" w="1459576">
                <a:moveTo>
                  <a:pt x="0" y="0"/>
                </a:moveTo>
                <a:lnTo>
                  <a:pt x="1459576" y="0"/>
                </a:lnTo>
                <a:lnTo>
                  <a:pt x="1459576" y="729788"/>
                </a:lnTo>
                <a:lnTo>
                  <a:pt x="0" y="7297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99481" y="1597007"/>
            <a:ext cx="6614031" cy="3252566"/>
            <a:chOff x="0" y="0"/>
            <a:chExt cx="1004918" cy="494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064" r="0" b="-70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99481" y="5437428"/>
            <a:ext cx="6614031" cy="3252566"/>
            <a:chOff x="0" y="0"/>
            <a:chExt cx="1004918" cy="494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887" r="0" b="-659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8603" y="-756706"/>
            <a:ext cx="8055397" cy="9075024"/>
            <a:chOff x="0" y="0"/>
            <a:chExt cx="2121586" cy="2390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1586" cy="2390130"/>
            </a:xfrm>
            <a:custGeom>
              <a:avLst/>
              <a:gdLst/>
              <a:ahLst/>
              <a:cxnLst/>
              <a:rect r="r" b="b" t="t" l="l"/>
              <a:pathLst>
                <a:path h="2390130" w="2121586">
                  <a:moveTo>
                    <a:pt x="49015" y="0"/>
                  </a:moveTo>
                  <a:lnTo>
                    <a:pt x="2072571" y="0"/>
                  </a:lnTo>
                  <a:cubicBezTo>
                    <a:pt x="2099641" y="0"/>
                    <a:pt x="2121586" y="21945"/>
                    <a:pt x="2121586" y="49015"/>
                  </a:cubicBezTo>
                  <a:lnTo>
                    <a:pt x="2121586" y="2341115"/>
                  </a:lnTo>
                  <a:cubicBezTo>
                    <a:pt x="2121586" y="2368185"/>
                    <a:pt x="2099641" y="2390130"/>
                    <a:pt x="2072571" y="2390130"/>
                  </a:cubicBezTo>
                  <a:lnTo>
                    <a:pt x="49015" y="2390130"/>
                  </a:lnTo>
                  <a:cubicBezTo>
                    <a:pt x="21945" y="2390130"/>
                    <a:pt x="0" y="2368185"/>
                    <a:pt x="0" y="2341115"/>
                  </a:cubicBezTo>
                  <a:lnTo>
                    <a:pt x="0" y="49015"/>
                  </a:lnTo>
                  <a:cubicBezTo>
                    <a:pt x="0" y="21945"/>
                    <a:pt x="21945" y="0"/>
                    <a:pt x="49015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121586" cy="2456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74939" y="5889752"/>
            <a:ext cx="5813669" cy="4397248"/>
          </a:xfrm>
          <a:custGeom>
            <a:avLst/>
            <a:gdLst/>
            <a:ahLst/>
            <a:cxnLst/>
            <a:rect r="r" b="b" t="t" l="l"/>
            <a:pathLst>
              <a:path h="4397248" w="5813669">
                <a:moveTo>
                  <a:pt x="0" y="0"/>
                </a:moveTo>
                <a:lnTo>
                  <a:pt x="5813669" y="0"/>
                </a:lnTo>
                <a:lnTo>
                  <a:pt x="5813669" y="4397248"/>
                </a:lnTo>
                <a:lnTo>
                  <a:pt x="0" y="4397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83209" y="589625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68747" y="893154"/>
            <a:ext cx="2193309" cy="1407706"/>
          </a:xfrm>
          <a:custGeom>
            <a:avLst/>
            <a:gdLst/>
            <a:ahLst/>
            <a:cxnLst/>
            <a:rect r="r" b="b" t="t" l="l"/>
            <a:pathLst>
              <a:path h="1407706" w="2193309">
                <a:moveTo>
                  <a:pt x="0" y="0"/>
                </a:moveTo>
                <a:lnTo>
                  <a:pt x="2193309" y="0"/>
                </a:lnTo>
                <a:lnTo>
                  <a:pt x="2193309" y="1407705"/>
                </a:lnTo>
                <a:lnTo>
                  <a:pt x="0" y="140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83209" y="5177989"/>
            <a:ext cx="4817830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onnect with friends across borders, practice with real people through chat and voice, and join monthly events, language exchanges, and group games—because with us, you’re never learning alone.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3209" y="2047952"/>
            <a:ext cx="6725864" cy="280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Join a Global Learning Community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8603" y="8956494"/>
            <a:ext cx="2667536" cy="543207"/>
          </a:xfrm>
          <a:custGeom>
            <a:avLst/>
            <a:gdLst/>
            <a:ahLst/>
            <a:cxnLst/>
            <a:rect r="r" b="b" t="t" l="l"/>
            <a:pathLst>
              <a:path h="543207" w="2667536">
                <a:moveTo>
                  <a:pt x="0" y="0"/>
                </a:moveTo>
                <a:lnTo>
                  <a:pt x="2667535" y="0"/>
                </a:lnTo>
                <a:lnTo>
                  <a:pt x="2667535" y="543207"/>
                </a:lnTo>
                <a:lnTo>
                  <a:pt x="0" y="5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060" y="1813943"/>
            <a:ext cx="12779176" cy="7444357"/>
            <a:chOff x="0" y="0"/>
            <a:chExt cx="3365709" cy="1960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5709" cy="1960654"/>
            </a:xfrm>
            <a:custGeom>
              <a:avLst/>
              <a:gdLst/>
              <a:ahLst/>
              <a:cxnLst/>
              <a:rect r="r" b="b" t="t" l="l"/>
              <a:pathLst>
                <a:path h="1960654" w="3365709">
                  <a:moveTo>
                    <a:pt x="30897" y="0"/>
                  </a:moveTo>
                  <a:lnTo>
                    <a:pt x="3334812" y="0"/>
                  </a:lnTo>
                  <a:cubicBezTo>
                    <a:pt x="3351876" y="0"/>
                    <a:pt x="3365709" y="13833"/>
                    <a:pt x="3365709" y="30897"/>
                  </a:cubicBezTo>
                  <a:lnTo>
                    <a:pt x="3365709" y="1929757"/>
                  </a:lnTo>
                  <a:cubicBezTo>
                    <a:pt x="3365709" y="1937951"/>
                    <a:pt x="3362454" y="1945810"/>
                    <a:pt x="3356659" y="1951604"/>
                  </a:cubicBezTo>
                  <a:cubicBezTo>
                    <a:pt x="3350865" y="1957398"/>
                    <a:pt x="3343006" y="1960654"/>
                    <a:pt x="3334812" y="1960654"/>
                  </a:cubicBezTo>
                  <a:lnTo>
                    <a:pt x="30897" y="1960654"/>
                  </a:lnTo>
                  <a:cubicBezTo>
                    <a:pt x="22703" y="1960654"/>
                    <a:pt x="14844" y="1957398"/>
                    <a:pt x="9050" y="1951604"/>
                  </a:cubicBezTo>
                  <a:cubicBezTo>
                    <a:pt x="3255" y="1945810"/>
                    <a:pt x="0" y="1937951"/>
                    <a:pt x="0" y="1929757"/>
                  </a:cubicBezTo>
                  <a:lnTo>
                    <a:pt x="0" y="30897"/>
                  </a:lnTo>
                  <a:cubicBezTo>
                    <a:pt x="0" y="22703"/>
                    <a:pt x="3255" y="14844"/>
                    <a:pt x="9050" y="9050"/>
                  </a:cubicBezTo>
                  <a:cubicBezTo>
                    <a:pt x="14844" y="3255"/>
                    <a:pt x="22703" y="0"/>
                    <a:pt x="30897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365709" cy="202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2084" y="2881787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24925" y="289814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16292" y="-338565"/>
            <a:ext cx="6139106" cy="11040268"/>
            <a:chOff x="0" y="0"/>
            <a:chExt cx="951108" cy="17104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108" cy="1710426"/>
            </a:xfrm>
            <a:custGeom>
              <a:avLst/>
              <a:gdLst/>
              <a:ahLst/>
              <a:cxnLst/>
              <a:rect r="r" b="b" t="t" l="l"/>
              <a:pathLst>
                <a:path h="1710426" w="951108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47372"/>
                  </a:lnTo>
                  <a:cubicBezTo>
                    <a:pt x="951108" y="1682196"/>
                    <a:pt x="922878" y="1710426"/>
                    <a:pt x="888054" y="1710426"/>
                  </a:cubicBezTo>
                  <a:lnTo>
                    <a:pt x="63054" y="1710426"/>
                  </a:lnTo>
                  <a:cubicBezTo>
                    <a:pt x="28230" y="1710426"/>
                    <a:pt x="0" y="1682196"/>
                    <a:pt x="0" y="1647372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4"/>
              <a:stretch>
                <a:fillRect l="-110318" t="0" r="-5960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402689" y="5683906"/>
            <a:ext cx="4616054" cy="5278233"/>
          </a:xfrm>
          <a:custGeom>
            <a:avLst/>
            <a:gdLst/>
            <a:ahLst/>
            <a:cxnLst/>
            <a:rect r="r" b="b" t="t" l="l"/>
            <a:pathLst>
              <a:path h="5278233" w="4616054">
                <a:moveTo>
                  <a:pt x="0" y="0"/>
                </a:moveTo>
                <a:lnTo>
                  <a:pt x="4616055" y="0"/>
                </a:lnTo>
                <a:lnTo>
                  <a:pt x="4616055" y="5278232"/>
                </a:lnTo>
                <a:lnTo>
                  <a:pt x="0" y="5278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11125" y="3349141"/>
            <a:ext cx="3947422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 access to basic lesson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s, enjoy a daily word challenge, and try limited games and audio features to start your learning journey.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93966" y="3365500"/>
            <a:ext cx="431270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Unlock all languages with advanced levels and grammar, enjoy unlimit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interactive features, and access your learning offline anytime.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1125" y="2798753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Free Plan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3966" y="2815112"/>
            <a:ext cx="331434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emium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4042" y="6236412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Free vs Premium Plans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864288" y="5911637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2084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060" y="1028700"/>
            <a:ext cx="18168360" cy="8229600"/>
            <a:chOff x="0" y="0"/>
            <a:chExt cx="478508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508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785082">
                  <a:moveTo>
                    <a:pt x="21732" y="0"/>
                  </a:moveTo>
                  <a:lnTo>
                    <a:pt x="4763350" y="0"/>
                  </a:lnTo>
                  <a:cubicBezTo>
                    <a:pt x="4769114" y="0"/>
                    <a:pt x="4774642" y="2290"/>
                    <a:pt x="4778717" y="6365"/>
                  </a:cubicBezTo>
                  <a:cubicBezTo>
                    <a:pt x="4782793" y="10441"/>
                    <a:pt x="4785082" y="15968"/>
                    <a:pt x="4785082" y="21732"/>
                  </a:cubicBezTo>
                  <a:lnTo>
                    <a:pt x="4785082" y="2145735"/>
                  </a:lnTo>
                  <a:cubicBezTo>
                    <a:pt x="4785082" y="2151498"/>
                    <a:pt x="4782793" y="2157026"/>
                    <a:pt x="4778717" y="2161102"/>
                  </a:cubicBezTo>
                  <a:cubicBezTo>
                    <a:pt x="4774642" y="2165177"/>
                    <a:pt x="4769114" y="2167467"/>
                    <a:pt x="4763350" y="2167467"/>
                  </a:cubicBezTo>
                  <a:lnTo>
                    <a:pt x="21732" y="2167467"/>
                  </a:lnTo>
                  <a:cubicBezTo>
                    <a:pt x="15968" y="2167467"/>
                    <a:pt x="10441" y="2165177"/>
                    <a:pt x="6365" y="2161102"/>
                  </a:cubicBezTo>
                  <a:cubicBezTo>
                    <a:pt x="2290" y="2157026"/>
                    <a:pt x="0" y="2151498"/>
                    <a:pt x="0" y="2145735"/>
                  </a:cubicBezTo>
                  <a:lnTo>
                    <a:pt x="0" y="21732"/>
                  </a:lnTo>
                  <a:cubicBezTo>
                    <a:pt x="0" y="15968"/>
                    <a:pt x="2290" y="10441"/>
                    <a:pt x="6365" y="6365"/>
                  </a:cubicBezTo>
                  <a:cubicBezTo>
                    <a:pt x="10441" y="2290"/>
                    <a:pt x="15968" y="0"/>
                    <a:pt x="21732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8508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1340" y="2620683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21340" y="4769753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21340" y="692224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747841" y="2783394"/>
            <a:ext cx="0" cy="2211419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1747841" y="4953143"/>
            <a:ext cx="0" cy="2152493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620926" y="4816523"/>
            <a:ext cx="4636967" cy="5654838"/>
          </a:xfrm>
          <a:custGeom>
            <a:avLst/>
            <a:gdLst/>
            <a:ahLst/>
            <a:cxnLst/>
            <a:rect r="r" b="b" t="t" l="l"/>
            <a:pathLst>
              <a:path h="5654838" w="4636967">
                <a:moveTo>
                  <a:pt x="0" y="0"/>
                </a:moveTo>
                <a:lnTo>
                  <a:pt x="4636967" y="0"/>
                </a:lnTo>
                <a:lnTo>
                  <a:pt x="4636967" y="5654838"/>
                </a:lnTo>
                <a:lnTo>
                  <a:pt x="0" y="565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92120" y="5066417"/>
            <a:ext cx="4759538" cy="5375248"/>
          </a:xfrm>
          <a:custGeom>
            <a:avLst/>
            <a:gdLst/>
            <a:ahLst/>
            <a:cxnLst/>
            <a:rect r="r" b="b" t="t" l="l"/>
            <a:pathLst>
              <a:path h="5375248" w="4759538">
                <a:moveTo>
                  <a:pt x="0" y="0"/>
                </a:moveTo>
                <a:lnTo>
                  <a:pt x="4759537" y="0"/>
                </a:lnTo>
                <a:lnTo>
                  <a:pt x="4759537" y="5375248"/>
                </a:lnTo>
                <a:lnTo>
                  <a:pt x="0" y="5375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61345" y="2012078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Our Users Say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865158" y="3161725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90381" y="3030887"/>
            <a:ext cx="456971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“I’ve tried many apps, but Ingoude is the only 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I actually stick with. It feels like a game!”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90381" y="5179957"/>
            <a:ext cx="456971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“Learning French became a daily joy. I got my 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ertificate in just 3 months!”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90381" y="7332450"/>
            <a:ext cx="456971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“I met a friend from Brazil through the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speaking club—now we chat every weekend!”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90381" y="2537649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Lina,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24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90381" y="4686719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Andy,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31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90381" y="6839212"/>
            <a:ext cx="20732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Hiro, 27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880452" y="524794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6" y="0"/>
                </a:lnTo>
                <a:lnTo>
                  <a:pt x="2757696" y="1007812"/>
                </a:lnTo>
                <a:lnTo>
                  <a:pt x="0" y="1007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9409" y="4689117"/>
            <a:ext cx="9789891" cy="4569183"/>
            <a:chOff x="0" y="0"/>
            <a:chExt cx="2578407" cy="1203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8407" cy="1203406"/>
            </a:xfrm>
            <a:custGeom>
              <a:avLst/>
              <a:gdLst/>
              <a:ahLst/>
              <a:cxnLst/>
              <a:rect r="r" b="b" t="t" l="l"/>
              <a:pathLst>
                <a:path h="1203406" w="2578407">
                  <a:moveTo>
                    <a:pt x="40331" y="0"/>
                  </a:moveTo>
                  <a:lnTo>
                    <a:pt x="2538076" y="0"/>
                  </a:lnTo>
                  <a:cubicBezTo>
                    <a:pt x="2548773" y="0"/>
                    <a:pt x="2559031" y="4249"/>
                    <a:pt x="2566595" y="11813"/>
                  </a:cubicBezTo>
                  <a:cubicBezTo>
                    <a:pt x="2574158" y="19376"/>
                    <a:pt x="2578407" y="29635"/>
                    <a:pt x="2578407" y="40331"/>
                  </a:cubicBezTo>
                  <a:lnTo>
                    <a:pt x="2578407" y="1163075"/>
                  </a:lnTo>
                  <a:cubicBezTo>
                    <a:pt x="2578407" y="1185349"/>
                    <a:pt x="2560351" y="1203406"/>
                    <a:pt x="2538076" y="1203406"/>
                  </a:cubicBezTo>
                  <a:lnTo>
                    <a:pt x="40331" y="1203406"/>
                  </a:lnTo>
                  <a:cubicBezTo>
                    <a:pt x="29635" y="1203406"/>
                    <a:pt x="19376" y="1199157"/>
                    <a:pt x="11813" y="1191593"/>
                  </a:cubicBezTo>
                  <a:cubicBezTo>
                    <a:pt x="4249" y="1184030"/>
                    <a:pt x="0" y="1173771"/>
                    <a:pt x="0" y="1163075"/>
                  </a:cubicBezTo>
                  <a:lnTo>
                    <a:pt x="0" y="40331"/>
                  </a:lnTo>
                  <a:cubicBezTo>
                    <a:pt x="0" y="29635"/>
                    <a:pt x="4249" y="19376"/>
                    <a:pt x="11813" y="11813"/>
                  </a:cubicBezTo>
                  <a:cubicBezTo>
                    <a:pt x="19376" y="4249"/>
                    <a:pt x="29635" y="0"/>
                    <a:pt x="40331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78407" cy="1270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50931" y="1515034"/>
            <a:ext cx="6655096" cy="7256931"/>
            <a:chOff x="0" y="0"/>
            <a:chExt cx="901327" cy="982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1327" cy="982836"/>
            </a:xfrm>
            <a:custGeom>
              <a:avLst/>
              <a:gdLst/>
              <a:ahLst/>
              <a:cxnLst/>
              <a:rect r="r" b="b" t="t" l="l"/>
              <a:pathLst>
                <a:path h="982836" w="901327">
                  <a:moveTo>
                    <a:pt x="29083" y="0"/>
                  </a:moveTo>
                  <a:lnTo>
                    <a:pt x="872245" y="0"/>
                  </a:lnTo>
                  <a:cubicBezTo>
                    <a:pt x="888307" y="0"/>
                    <a:pt x="901327" y="13021"/>
                    <a:pt x="901327" y="29083"/>
                  </a:cubicBezTo>
                  <a:lnTo>
                    <a:pt x="901327" y="953754"/>
                  </a:lnTo>
                  <a:cubicBezTo>
                    <a:pt x="901327" y="969816"/>
                    <a:pt x="888307" y="982836"/>
                    <a:pt x="872245" y="982836"/>
                  </a:cubicBezTo>
                  <a:lnTo>
                    <a:pt x="29083" y="982836"/>
                  </a:lnTo>
                  <a:cubicBezTo>
                    <a:pt x="13021" y="982836"/>
                    <a:pt x="0" y="969816"/>
                    <a:pt x="0" y="953754"/>
                  </a:cubicBezTo>
                  <a:lnTo>
                    <a:pt x="0" y="29083"/>
                  </a:lnTo>
                  <a:cubicBezTo>
                    <a:pt x="0" y="13021"/>
                    <a:pt x="13021" y="0"/>
                    <a:pt x="29083" y="0"/>
                  </a:cubicBezTo>
                  <a:close/>
                </a:path>
              </a:pathLst>
            </a:custGeom>
            <a:blipFill>
              <a:blip r:embed="rId2"/>
              <a:stretch>
                <a:fillRect l="-31833" t="0" r="-31833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481913" y="5385858"/>
            <a:ext cx="687793" cy="6877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42543" lIns="42543" bIns="42543" rIns="42543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81913" y="6605617"/>
            <a:ext cx="687793" cy="6877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42543" lIns="42543" bIns="42543" rIns="42543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81913" y="7825375"/>
            <a:ext cx="687793" cy="68779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42543" lIns="42543" bIns="42543" rIns="42543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056509" y="5497112"/>
            <a:ext cx="4231491" cy="5581103"/>
          </a:xfrm>
          <a:custGeom>
            <a:avLst/>
            <a:gdLst/>
            <a:ahLst/>
            <a:cxnLst/>
            <a:rect r="r" b="b" t="t" l="l"/>
            <a:pathLst>
              <a:path h="5581103" w="4231491">
                <a:moveTo>
                  <a:pt x="0" y="0"/>
                </a:moveTo>
                <a:lnTo>
                  <a:pt x="4231491" y="0"/>
                </a:lnTo>
                <a:lnTo>
                  <a:pt x="4231491" y="5581103"/>
                </a:lnTo>
                <a:lnTo>
                  <a:pt x="0" y="5581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07535" y="5517037"/>
            <a:ext cx="436547" cy="425435"/>
          </a:xfrm>
          <a:custGeom>
            <a:avLst/>
            <a:gdLst/>
            <a:ahLst/>
            <a:cxnLst/>
            <a:rect r="r" b="b" t="t" l="l"/>
            <a:pathLst>
              <a:path h="425435" w="436547">
                <a:moveTo>
                  <a:pt x="0" y="0"/>
                </a:moveTo>
                <a:lnTo>
                  <a:pt x="436548" y="0"/>
                </a:lnTo>
                <a:lnTo>
                  <a:pt x="436548" y="425435"/>
                </a:lnTo>
                <a:lnTo>
                  <a:pt x="0" y="42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607535" y="6701235"/>
            <a:ext cx="436547" cy="425435"/>
          </a:xfrm>
          <a:custGeom>
            <a:avLst/>
            <a:gdLst/>
            <a:ahLst/>
            <a:cxnLst/>
            <a:rect r="r" b="b" t="t" l="l"/>
            <a:pathLst>
              <a:path h="425435" w="436547">
                <a:moveTo>
                  <a:pt x="0" y="0"/>
                </a:moveTo>
                <a:lnTo>
                  <a:pt x="436548" y="0"/>
                </a:lnTo>
                <a:lnTo>
                  <a:pt x="436548" y="425436"/>
                </a:lnTo>
                <a:lnTo>
                  <a:pt x="0" y="425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07535" y="7920994"/>
            <a:ext cx="436547" cy="425435"/>
          </a:xfrm>
          <a:custGeom>
            <a:avLst/>
            <a:gdLst/>
            <a:ahLst/>
            <a:cxnLst/>
            <a:rect r="r" b="b" t="t" l="l"/>
            <a:pathLst>
              <a:path h="425435" w="436547">
                <a:moveTo>
                  <a:pt x="0" y="0"/>
                </a:moveTo>
                <a:lnTo>
                  <a:pt x="436548" y="0"/>
                </a:lnTo>
                <a:lnTo>
                  <a:pt x="436548" y="425435"/>
                </a:lnTo>
                <a:lnTo>
                  <a:pt x="0" y="42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400561" y="5300494"/>
            <a:ext cx="394338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First-time users can enjoy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seven days of Premium for free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0561" y="6520253"/>
            <a:ext cx="432169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 bird discount gives twenty p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ercent off annual plans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1913" y="1400734"/>
            <a:ext cx="6157667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Signup Promotions &amp; Discounts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00561" y="7740012"/>
            <a:ext cx="413253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Invite three friends and receive 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free month of Premium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572543" y="4982783"/>
            <a:ext cx="641746" cy="534254"/>
          </a:xfrm>
          <a:custGeom>
            <a:avLst/>
            <a:gdLst/>
            <a:ahLst/>
            <a:cxnLst/>
            <a:rect r="r" b="b" t="t" l="l"/>
            <a:pathLst>
              <a:path h="534254" w="641746">
                <a:moveTo>
                  <a:pt x="0" y="0"/>
                </a:moveTo>
                <a:lnTo>
                  <a:pt x="641747" y="0"/>
                </a:lnTo>
                <a:lnTo>
                  <a:pt x="641747" y="534254"/>
                </a:lnTo>
                <a:lnTo>
                  <a:pt x="0" y="534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1028700"/>
            <a:ext cx="2193309" cy="1407706"/>
          </a:xfrm>
          <a:custGeom>
            <a:avLst/>
            <a:gdLst/>
            <a:ahLst/>
            <a:cxnLst/>
            <a:rect r="r" b="b" t="t" l="l"/>
            <a:pathLst>
              <a:path h="1407706" w="2193309">
                <a:moveTo>
                  <a:pt x="0" y="0"/>
                </a:moveTo>
                <a:lnTo>
                  <a:pt x="2193309" y="0"/>
                </a:lnTo>
                <a:lnTo>
                  <a:pt x="2193309" y="1407706"/>
                </a:lnTo>
                <a:lnTo>
                  <a:pt x="0" y="14077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950931" y="9258300"/>
            <a:ext cx="2667536" cy="543207"/>
          </a:xfrm>
          <a:custGeom>
            <a:avLst/>
            <a:gdLst/>
            <a:ahLst/>
            <a:cxnLst/>
            <a:rect r="r" b="b" t="t" l="l"/>
            <a:pathLst>
              <a:path h="543207" w="2667536">
                <a:moveTo>
                  <a:pt x="0" y="0"/>
                </a:moveTo>
                <a:lnTo>
                  <a:pt x="2667536" y="0"/>
                </a:lnTo>
                <a:lnTo>
                  <a:pt x="2667536" y="543207"/>
                </a:lnTo>
                <a:lnTo>
                  <a:pt x="0" y="5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23655" y="5143500"/>
            <a:ext cx="18382955" cy="4406118"/>
            <a:chOff x="0" y="0"/>
            <a:chExt cx="4841601" cy="1160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601" cy="1160459"/>
            </a:xfrm>
            <a:custGeom>
              <a:avLst/>
              <a:gdLst/>
              <a:ahLst/>
              <a:cxnLst/>
              <a:rect r="r" b="b" t="t" l="l"/>
              <a:pathLst>
                <a:path h="1160459" w="4841601">
                  <a:moveTo>
                    <a:pt x="21478" y="0"/>
                  </a:moveTo>
                  <a:lnTo>
                    <a:pt x="4820123" y="0"/>
                  </a:lnTo>
                  <a:cubicBezTo>
                    <a:pt x="4831985" y="0"/>
                    <a:pt x="4841601" y="9616"/>
                    <a:pt x="4841601" y="21478"/>
                  </a:cubicBezTo>
                  <a:lnTo>
                    <a:pt x="4841601" y="1138981"/>
                  </a:lnTo>
                  <a:cubicBezTo>
                    <a:pt x="4841601" y="1150843"/>
                    <a:pt x="4831985" y="1160459"/>
                    <a:pt x="4820123" y="1160459"/>
                  </a:cubicBezTo>
                  <a:lnTo>
                    <a:pt x="21478" y="1160459"/>
                  </a:lnTo>
                  <a:cubicBezTo>
                    <a:pt x="15782" y="1160459"/>
                    <a:pt x="10319" y="1158196"/>
                    <a:pt x="6291" y="1154168"/>
                  </a:cubicBezTo>
                  <a:cubicBezTo>
                    <a:pt x="2263" y="1150140"/>
                    <a:pt x="0" y="1144677"/>
                    <a:pt x="0" y="1138981"/>
                  </a:cubicBezTo>
                  <a:lnTo>
                    <a:pt x="0" y="21478"/>
                  </a:lnTo>
                  <a:cubicBezTo>
                    <a:pt x="0" y="9616"/>
                    <a:pt x="9616" y="0"/>
                    <a:pt x="21478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41601" cy="122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3662" y="5994745"/>
            <a:ext cx="995232" cy="99523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5034" y="-396515"/>
            <a:ext cx="7841841" cy="5216533"/>
            <a:chOff x="0" y="0"/>
            <a:chExt cx="1214906" cy="8081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4906" cy="808177"/>
            </a:xfrm>
            <a:custGeom>
              <a:avLst/>
              <a:gdLst/>
              <a:ahLst/>
              <a:cxnLst/>
              <a:rect r="r" b="b" t="t" l="l"/>
              <a:pathLst>
                <a:path h="808177" w="1214906">
                  <a:moveTo>
                    <a:pt x="59235" y="0"/>
                  </a:moveTo>
                  <a:lnTo>
                    <a:pt x="1155671" y="0"/>
                  </a:lnTo>
                  <a:cubicBezTo>
                    <a:pt x="1171381" y="0"/>
                    <a:pt x="1186448" y="6241"/>
                    <a:pt x="1197557" y="17350"/>
                  </a:cubicBezTo>
                  <a:cubicBezTo>
                    <a:pt x="1208665" y="28458"/>
                    <a:pt x="1214906" y="43525"/>
                    <a:pt x="1214906" y="59235"/>
                  </a:cubicBezTo>
                  <a:lnTo>
                    <a:pt x="1214906" y="748942"/>
                  </a:lnTo>
                  <a:cubicBezTo>
                    <a:pt x="1214906" y="781657"/>
                    <a:pt x="1188386" y="808177"/>
                    <a:pt x="1155671" y="808177"/>
                  </a:cubicBezTo>
                  <a:lnTo>
                    <a:pt x="59235" y="808177"/>
                  </a:lnTo>
                  <a:cubicBezTo>
                    <a:pt x="43525" y="808177"/>
                    <a:pt x="28458" y="801937"/>
                    <a:pt x="17350" y="790828"/>
                  </a:cubicBezTo>
                  <a:cubicBezTo>
                    <a:pt x="6241" y="779719"/>
                    <a:pt x="0" y="764652"/>
                    <a:pt x="0" y="748942"/>
                  </a:cubicBezTo>
                  <a:lnTo>
                    <a:pt x="0" y="59235"/>
                  </a:lnTo>
                  <a:cubicBezTo>
                    <a:pt x="0" y="43525"/>
                    <a:pt x="6241" y="28458"/>
                    <a:pt x="17350" y="17350"/>
                  </a:cubicBezTo>
                  <a:cubicBezTo>
                    <a:pt x="28458" y="6241"/>
                    <a:pt x="43525" y="0"/>
                    <a:pt x="592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7" r="0" b="-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5034" y="5994745"/>
            <a:ext cx="995232" cy="99523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59775" y="5987049"/>
            <a:ext cx="995232" cy="9952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208510" y="4567175"/>
            <a:ext cx="4396214" cy="6136846"/>
          </a:xfrm>
          <a:custGeom>
            <a:avLst/>
            <a:gdLst/>
            <a:ahLst/>
            <a:cxnLst/>
            <a:rect r="r" b="b" t="t" l="l"/>
            <a:pathLst>
              <a:path h="6136846" w="4396214">
                <a:moveTo>
                  <a:pt x="0" y="0"/>
                </a:moveTo>
                <a:lnTo>
                  <a:pt x="4396214" y="0"/>
                </a:lnTo>
                <a:lnTo>
                  <a:pt x="4396214" y="6136847"/>
                </a:lnTo>
                <a:lnTo>
                  <a:pt x="0" y="6136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03458" y="6153173"/>
            <a:ext cx="618384" cy="662984"/>
          </a:xfrm>
          <a:custGeom>
            <a:avLst/>
            <a:gdLst/>
            <a:ahLst/>
            <a:cxnLst/>
            <a:rect r="r" b="b" t="t" l="l"/>
            <a:pathLst>
              <a:path h="662984" w="618384">
                <a:moveTo>
                  <a:pt x="0" y="0"/>
                </a:moveTo>
                <a:lnTo>
                  <a:pt x="618384" y="0"/>
                </a:lnTo>
                <a:lnTo>
                  <a:pt x="618384" y="662984"/>
                </a:lnTo>
                <a:lnTo>
                  <a:pt x="0" y="662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42086" y="6153173"/>
            <a:ext cx="618384" cy="662984"/>
          </a:xfrm>
          <a:custGeom>
            <a:avLst/>
            <a:gdLst/>
            <a:ahLst/>
            <a:cxnLst/>
            <a:rect r="r" b="b" t="t" l="l"/>
            <a:pathLst>
              <a:path h="662984" w="618384">
                <a:moveTo>
                  <a:pt x="0" y="0"/>
                </a:moveTo>
                <a:lnTo>
                  <a:pt x="618384" y="0"/>
                </a:lnTo>
                <a:lnTo>
                  <a:pt x="618384" y="662984"/>
                </a:lnTo>
                <a:lnTo>
                  <a:pt x="0" y="662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48199" y="6153173"/>
            <a:ext cx="618384" cy="662984"/>
          </a:xfrm>
          <a:custGeom>
            <a:avLst/>
            <a:gdLst/>
            <a:ahLst/>
            <a:cxnLst/>
            <a:rect r="r" b="b" t="t" l="l"/>
            <a:pathLst>
              <a:path h="662984" w="618384">
                <a:moveTo>
                  <a:pt x="0" y="0"/>
                </a:moveTo>
                <a:lnTo>
                  <a:pt x="618384" y="0"/>
                </a:lnTo>
                <a:lnTo>
                  <a:pt x="618384" y="662984"/>
                </a:lnTo>
                <a:lnTo>
                  <a:pt x="0" y="662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15034" y="7204929"/>
            <a:ext cx="335584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Game-based learning designed to mak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studying fun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53662" y="7204929"/>
            <a:ext cx="330975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 c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ommu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nity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ppor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ke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ep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lear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ers connected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9775" y="7197233"/>
            <a:ext cx="3648735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ong focu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 on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achievi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ng long-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rm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knowl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dge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06757" y="1765710"/>
            <a:ext cx="5708671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 Makes Ingoude 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ff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ere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nt?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62444" y="5714098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817948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33" y="5143500"/>
            <a:ext cx="14932134" cy="6140458"/>
            <a:chOff x="0" y="0"/>
            <a:chExt cx="2268748" cy="932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8748" cy="932964"/>
            </a:xfrm>
            <a:custGeom>
              <a:avLst/>
              <a:gdLst/>
              <a:ahLst/>
              <a:cxnLst/>
              <a:rect r="r" b="b" t="t" l="l"/>
              <a:pathLst>
                <a:path h="932964" w="2268748">
                  <a:moveTo>
                    <a:pt x="26961" y="0"/>
                  </a:moveTo>
                  <a:lnTo>
                    <a:pt x="2241787" y="0"/>
                  </a:lnTo>
                  <a:cubicBezTo>
                    <a:pt x="2248938" y="0"/>
                    <a:pt x="2255795" y="2840"/>
                    <a:pt x="2260851" y="7897"/>
                  </a:cubicBezTo>
                  <a:cubicBezTo>
                    <a:pt x="2265907" y="12953"/>
                    <a:pt x="2268748" y="19810"/>
                    <a:pt x="2268748" y="26961"/>
                  </a:cubicBezTo>
                  <a:lnTo>
                    <a:pt x="2268748" y="906004"/>
                  </a:lnTo>
                  <a:cubicBezTo>
                    <a:pt x="2268748" y="913154"/>
                    <a:pt x="2265907" y="920012"/>
                    <a:pt x="2260851" y="925068"/>
                  </a:cubicBezTo>
                  <a:cubicBezTo>
                    <a:pt x="2255795" y="930124"/>
                    <a:pt x="2248938" y="932964"/>
                    <a:pt x="2241787" y="932964"/>
                  </a:cubicBezTo>
                  <a:lnTo>
                    <a:pt x="26961" y="932964"/>
                  </a:lnTo>
                  <a:cubicBezTo>
                    <a:pt x="19810" y="932964"/>
                    <a:pt x="12953" y="930124"/>
                    <a:pt x="7897" y="925068"/>
                  </a:cubicBezTo>
                  <a:cubicBezTo>
                    <a:pt x="2840" y="920012"/>
                    <a:pt x="0" y="913154"/>
                    <a:pt x="0" y="906004"/>
                  </a:cubicBezTo>
                  <a:lnTo>
                    <a:pt x="0" y="26961"/>
                  </a:lnTo>
                  <a:cubicBezTo>
                    <a:pt x="0" y="19810"/>
                    <a:pt x="2840" y="12953"/>
                    <a:pt x="7897" y="7897"/>
                  </a:cubicBezTo>
                  <a:cubicBezTo>
                    <a:pt x="12953" y="2840"/>
                    <a:pt x="19810" y="0"/>
                    <a:pt x="269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4204" r="0" b="-806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9288" y="4759799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7" y="0"/>
                </a:lnTo>
                <a:lnTo>
                  <a:pt x="2757697" y="1007813"/>
                </a:lnTo>
                <a:lnTo>
                  <a:pt x="0" y="100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71967" y="1972310"/>
            <a:ext cx="3029460" cy="899593"/>
          </a:xfrm>
          <a:custGeom>
            <a:avLst/>
            <a:gdLst/>
            <a:ahLst/>
            <a:cxnLst/>
            <a:rect r="r" b="b" t="t" l="l"/>
            <a:pathLst>
              <a:path h="899593" w="3029460">
                <a:moveTo>
                  <a:pt x="0" y="0"/>
                </a:moveTo>
                <a:lnTo>
                  <a:pt x="3029460" y="0"/>
                </a:lnTo>
                <a:lnTo>
                  <a:pt x="3029460" y="899593"/>
                </a:lnTo>
                <a:lnTo>
                  <a:pt x="0" y="899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18136" y="971550"/>
            <a:ext cx="1252493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Languages Doesn’t Have to Be Boring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8136" y="3267549"/>
            <a:ext cx="93776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raditional methods can feel dry and repetitive, but Ingoude makes language learning interactive, engaging, and fun—turning every lesson into a game-like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23472" y="1064668"/>
            <a:ext cx="7749494" cy="4078832"/>
            <a:chOff x="0" y="0"/>
            <a:chExt cx="1512282" cy="79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2282" cy="795967"/>
            </a:xfrm>
            <a:custGeom>
              <a:avLst/>
              <a:gdLst/>
              <a:ahLst/>
              <a:cxnLst/>
              <a:rect r="r" b="b" t="t" l="l"/>
              <a:pathLst>
                <a:path h="795967" w="1512282">
                  <a:moveTo>
                    <a:pt x="59941" y="0"/>
                  </a:moveTo>
                  <a:lnTo>
                    <a:pt x="1452340" y="0"/>
                  </a:lnTo>
                  <a:cubicBezTo>
                    <a:pt x="1485445" y="0"/>
                    <a:pt x="1512282" y="26837"/>
                    <a:pt x="1512282" y="59941"/>
                  </a:cubicBezTo>
                  <a:lnTo>
                    <a:pt x="1512282" y="736026"/>
                  </a:lnTo>
                  <a:cubicBezTo>
                    <a:pt x="1512282" y="769130"/>
                    <a:pt x="1485445" y="795967"/>
                    <a:pt x="1452340" y="795967"/>
                  </a:cubicBezTo>
                  <a:lnTo>
                    <a:pt x="59941" y="795967"/>
                  </a:lnTo>
                  <a:cubicBezTo>
                    <a:pt x="26837" y="795967"/>
                    <a:pt x="0" y="769130"/>
                    <a:pt x="0" y="736026"/>
                  </a:cubicBezTo>
                  <a:lnTo>
                    <a:pt x="0" y="59941"/>
                  </a:lnTo>
                  <a:cubicBezTo>
                    <a:pt x="0" y="26837"/>
                    <a:pt x="26837" y="0"/>
                    <a:pt x="5994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388" r="0" b="-133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5526604"/>
            <a:ext cx="13708098" cy="4032690"/>
            <a:chOff x="0" y="0"/>
            <a:chExt cx="3610363" cy="10621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0363" cy="1062108"/>
            </a:xfrm>
            <a:custGeom>
              <a:avLst/>
              <a:gdLst/>
              <a:ahLst/>
              <a:cxnLst/>
              <a:rect r="r" b="b" t="t" l="l"/>
              <a:pathLst>
                <a:path h="1062108" w="3610363">
                  <a:moveTo>
                    <a:pt x="28803" y="0"/>
                  </a:moveTo>
                  <a:lnTo>
                    <a:pt x="3581560" y="0"/>
                  </a:lnTo>
                  <a:cubicBezTo>
                    <a:pt x="3597468" y="0"/>
                    <a:pt x="3610363" y="12896"/>
                    <a:pt x="3610363" y="28803"/>
                  </a:cubicBezTo>
                  <a:lnTo>
                    <a:pt x="3610363" y="1033304"/>
                  </a:lnTo>
                  <a:cubicBezTo>
                    <a:pt x="3610363" y="1040944"/>
                    <a:pt x="3607329" y="1048270"/>
                    <a:pt x="3601927" y="1053671"/>
                  </a:cubicBezTo>
                  <a:cubicBezTo>
                    <a:pt x="3596525" y="1059073"/>
                    <a:pt x="3589199" y="1062108"/>
                    <a:pt x="3581560" y="1062108"/>
                  </a:cubicBezTo>
                  <a:lnTo>
                    <a:pt x="28803" y="1062108"/>
                  </a:lnTo>
                  <a:cubicBezTo>
                    <a:pt x="21164" y="1062108"/>
                    <a:pt x="13838" y="1059073"/>
                    <a:pt x="8436" y="1053671"/>
                  </a:cubicBezTo>
                  <a:cubicBezTo>
                    <a:pt x="3035" y="1048270"/>
                    <a:pt x="0" y="1040944"/>
                    <a:pt x="0" y="1033304"/>
                  </a:cubicBezTo>
                  <a:lnTo>
                    <a:pt x="0" y="28803"/>
                  </a:lnTo>
                  <a:cubicBezTo>
                    <a:pt x="0" y="21164"/>
                    <a:pt x="3035" y="13838"/>
                    <a:pt x="8436" y="8436"/>
                  </a:cubicBezTo>
                  <a:cubicBezTo>
                    <a:pt x="13838" y="3035"/>
                    <a:pt x="21164" y="0"/>
                    <a:pt x="28803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610363" cy="112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27273" y="6324625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85282" y="6324625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7" y="0"/>
                </a:lnTo>
                <a:lnTo>
                  <a:pt x="563047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7273" y="7895440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85282" y="7895440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7" y="0"/>
                </a:lnTo>
                <a:lnTo>
                  <a:pt x="563047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15358" y="4914613"/>
            <a:ext cx="4178956" cy="5551753"/>
          </a:xfrm>
          <a:custGeom>
            <a:avLst/>
            <a:gdLst/>
            <a:ahLst/>
            <a:cxnLst/>
            <a:rect r="r" b="b" t="t" l="l"/>
            <a:pathLst>
              <a:path h="5551753" w="4178956">
                <a:moveTo>
                  <a:pt x="0" y="0"/>
                </a:moveTo>
                <a:lnTo>
                  <a:pt x="4178956" y="0"/>
                </a:lnTo>
                <a:lnTo>
                  <a:pt x="4178956" y="5551753"/>
                </a:lnTo>
                <a:lnTo>
                  <a:pt x="0" y="5551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70801" y="6279123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63245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7273" y="2113915"/>
            <a:ext cx="4873121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ur 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acti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ve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F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atu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re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21174" y="6212448"/>
            <a:ext cx="328414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Language games designed to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strengthen and expand vocabulary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79184" y="6212448"/>
            <a:ext cx="314885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Daily challenges created to keep learners motivated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every 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1174" y="7783264"/>
            <a:ext cx="3525211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audio practice offered with authentic na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tive accents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79184" y="7783264"/>
            <a:ext cx="350430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storytelling provided to improve und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erstanding and comprehension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5400000">
            <a:off x="17193318" y="3468978"/>
            <a:ext cx="1459576" cy="729788"/>
          </a:xfrm>
          <a:custGeom>
            <a:avLst/>
            <a:gdLst/>
            <a:ahLst/>
            <a:cxnLst/>
            <a:rect r="r" b="b" t="t" l="l"/>
            <a:pathLst>
              <a:path h="729788" w="1459576">
                <a:moveTo>
                  <a:pt x="0" y="0"/>
                </a:moveTo>
                <a:lnTo>
                  <a:pt x="1459576" y="0"/>
                </a:lnTo>
                <a:lnTo>
                  <a:pt x="1459576" y="729788"/>
                </a:lnTo>
                <a:lnTo>
                  <a:pt x="0" y="7297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41431" y="4604935"/>
            <a:ext cx="9115076" cy="6213216"/>
            <a:chOff x="0" y="0"/>
            <a:chExt cx="2400678" cy="1636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0678" cy="1636403"/>
            </a:xfrm>
            <a:custGeom>
              <a:avLst/>
              <a:gdLst/>
              <a:ahLst/>
              <a:cxnLst/>
              <a:rect r="r" b="b" t="t" l="l"/>
              <a:pathLst>
                <a:path h="1636403" w="2400678">
                  <a:moveTo>
                    <a:pt x="43317" y="0"/>
                  </a:moveTo>
                  <a:lnTo>
                    <a:pt x="2357362" y="0"/>
                  </a:lnTo>
                  <a:cubicBezTo>
                    <a:pt x="2368850" y="0"/>
                    <a:pt x="2379868" y="4564"/>
                    <a:pt x="2387991" y="12687"/>
                  </a:cubicBezTo>
                  <a:cubicBezTo>
                    <a:pt x="2396115" y="20811"/>
                    <a:pt x="2400678" y="31829"/>
                    <a:pt x="2400678" y="43317"/>
                  </a:cubicBezTo>
                  <a:lnTo>
                    <a:pt x="2400678" y="1593086"/>
                  </a:lnTo>
                  <a:cubicBezTo>
                    <a:pt x="2400678" y="1617009"/>
                    <a:pt x="2381285" y="1636403"/>
                    <a:pt x="2357362" y="1636403"/>
                  </a:cubicBezTo>
                  <a:lnTo>
                    <a:pt x="43317" y="1636403"/>
                  </a:lnTo>
                  <a:cubicBezTo>
                    <a:pt x="19394" y="1636403"/>
                    <a:pt x="0" y="1617009"/>
                    <a:pt x="0" y="1593086"/>
                  </a:cubicBezTo>
                  <a:lnTo>
                    <a:pt x="0" y="43317"/>
                  </a:lnTo>
                  <a:cubicBezTo>
                    <a:pt x="0" y="19394"/>
                    <a:pt x="19394" y="0"/>
                    <a:pt x="43317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400678" cy="170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37923" y="1263557"/>
            <a:ext cx="7041302" cy="7759885"/>
            <a:chOff x="0" y="0"/>
            <a:chExt cx="1069836" cy="1179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2"/>
              <a:stretch>
                <a:fillRect l="-9259" t="0" r="-5615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458752" y="5143500"/>
            <a:ext cx="3533206" cy="5280606"/>
          </a:xfrm>
          <a:custGeom>
            <a:avLst/>
            <a:gdLst/>
            <a:ahLst/>
            <a:cxnLst/>
            <a:rect r="r" b="b" t="t" l="l"/>
            <a:pathLst>
              <a:path h="5280606" w="3533206">
                <a:moveTo>
                  <a:pt x="0" y="0"/>
                </a:moveTo>
                <a:lnTo>
                  <a:pt x="3533206" y="0"/>
                </a:lnTo>
                <a:lnTo>
                  <a:pt x="3533206" y="5280606"/>
                </a:lnTo>
                <a:lnTo>
                  <a:pt x="0" y="528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78531" y="1424582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Leveling Up &amp; Certification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8531" y="3353324"/>
            <a:ext cx="61384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y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 progress, so does your level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2460" y="6859626"/>
            <a:ext cx="4370904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rn digital certificates for every level you complete, and use your achievements to showcase progress at work, in school, or for personal milestones.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2460" y="5758573"/>
            <a:ext cx="403239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Beginne</a:t>
            </a: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 → Intermediate → Advanced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027829" y="5143500"/>
            <a:ext cx="861846" cy="717487"/>
          </a:xfrm>
          <a:custGeom>
            <a:avLst/>
            <a:gdLst/>
            <a:ahLst/>
            <a:cxnLst/>
            <a:rect r="r" b="b" t="t" l="l"/>
            <a:pathLst>
              <a:path h="717487" w="861846">
                <a:moveTo>
                  <a:pt x="0" y="0"/>
                </a:moveTo>
                <a:lnTo>
                  <a:pt x="861846" y="0"/>
                </a:lnTo>
                <a:lnTo>
                  <a:pt x="861846" y="717487"/>
                </a:lnTo>
                <a:lnTo>
                  <a:pt x="0" y="717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9075" y="977825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7" y="0"/>
                </a:lnTo>
                <a:lnTo>
                  <a:pt x="2757697" y="1007813"/>
                </a:lnTo>
                <a:lnTo>
                  <a:pt x="0" y="1007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193318" y="3468978"/>
            <a:ext cx="1459576" cy="729788"/>
          </a:xfrm>
          <a:custGeom>
            <a:avLst/>
            <a:gdLst/>
            <a:ahLst/>
            <a:cxnLst/>
            <a:rect r="r" b="b" t="t" l="l"/>
            <a:pathLst>
              <a:path h="729788" w="1459576">
                <a:moveTo>
                  <a:pt x="0" y="0"/>
                </a:moveTo>
                <a:lnTo>
                  <a:pt x="1459576" y="0"/>
                </a:lnTo>
                <a:lnTo>
                  <a:pt x="1459576" y="729788"/>
                </a:lnTo>
                <a:lnTo>
                  <a:pt x="0" y="7297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99481" y="1597007"/>
            <a:ext cx="6614031" cy="3252566"/>
            <a:chOff x="0" y="0"/>
            <a:chExt cx="1004918" cy="494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064" r="0" b="-70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99481" y="5437428"/>
            <a:ext cx="6614031" cy="3252566"/>
            <a:chOff x="0" y="0"/>
            <a:chExt cx="1004918" cy="494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887" r="0" b="-659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8603" y="-756706"/>
            <a:ext cx="8055397" cy="9075024"/>
            <a:chOff x="0" y="0"/>
            <a:chExt cx="2121586" cy="2390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1586" cy="2390130"/>
            </a:xfrm>
            <a:custGeom>
              <a:avLst/>
              <a:gdLst/>
              <a:ahLst/>
              <a:cxnLst/>
              <a:rect r="r" b="b" t="t" l="l"/>
              <a:pathLst>
                <a:path h="2390130" w="2121586">
                  <a:moveTo>
                    <a:pt x="49015" y="0"/>
                  </a:moveTo>
                  <a:lnTo>
                    <a:pt x="2072571" y="0"/>
                  </a:lnTo>
                  <a:cubicBezTo>
                    <a:pt x="2099641" y="0"/>
                    <a:pt x="2121586" y="21945"/>
                    <a:pt x="2121586" y="49015"/>
                  </a:cubicBezTo>
                  <a:lnTo>
                    <a:pt x="2121586" y="2341115"/>
                  </a:lnTo>
                  <a:cubicBezTo>
                    <a:pt x="2121586" y="2368185"/>
                    <a:pt x="2099641" y="2390130"/>
                    <a:pt x="2072571" y="2390130"/>
                  </a:cubicBezTo>
                  <a:lnTo>
                    <a:pt x="49015" y="2390130"/>
                  </a:lnTo>
                  <a:cubicBezTo>
                    <a:pt x="21945" y="2390130"/>
                    <a:pt x="0" y="2368185"/>
                    <a:pt x="0" y="2341115"/>
                  </a:cubicBezTo>
                  <a:lnTo>
                    <a:pt x="0" y="49015"/>
                  </a:lnTo>
                  <a:cubicBezTo>
                    <a:pt x="0" y="21945"/>
                    <a:pt x="21945" y="0"/>
                    <a:pt x="49015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121586" cy="2456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74939" y="5889752"/>
            <a:ext cx="5813669" cy="4397248"/>
          </a:xfrm>
          <a:custGeom>
            <a:avLst/>
            <a:gdLst/>
            <a:ahLst/>
            <a:cxnLst/>
            <a:rect r="r" b="b" t="t" l="l"/>
            <a:pathLst>
              <a:path h="4397248" w="5813669">
                <a:moveTo>
                  <a:pt x="0" y="0"/>
                </a:moveTo>
                <a:lnTo>
                  <a:pt x="5813669" y="0"/>
                </a:lnTo>
                <a:lnTo>
                  <a:pt x="5813669" y="4397248"/>
                </a:lnTo>
                <a:lnTo>
                  <a:pt x="0" y="4397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83209" y="589625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68747" y="893154"/>
            <a:ext cx="2193309" cy="1407706"/>
          </a:xfrm>
          <a:custGeom>
            <a:avLst/>
            <a:gdLst/>
            <a:ahLst/>
            <a:cxnLst/>
            <a:rect r="r" b="b" t="t" l="l"/>
            <a:pathLst>
              <a:path h="1407706" w="2193309">
                <a:moveTo>
                  <a:pt x="0" y="0"/>
                </a:moveTo>
                <a:lnTo>
                  <a:pt x="2193309" y="0"/>
                </a:lnTo>
                <a:lnTo>
                  <a:pt x="2193309" y="1407705"/>
                </a:lnTo>
                <a:lnTo>
                  <a:pt x="0" y="140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83209" y="5177989"/>
            <a:ext cx="4817830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onnect with friends across borders, practice with real people through chat and voice, and join monthly events, language exchanges, and group games—because with us, you’re never learning alone.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3209" y="2047952"/>
            <a:ext cx="6725864" cy="280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Join a Global Learning Community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8603" y="8956494"/>
            <a:ext cx="2667536" cy="543207"/>
          </a:xfrm>
          <a:custGeom>
            <a:avLst/>
            <a:gdLst/>
            <a:ahLst/>
            <a:cxnLst/>
            <a:rect r="r" b="b" t="t" l="l"/>
            <a:pathLst>
              <a:path h="543207" w="2667536">
                <a:moveTo>
                  <a:pt x="0" y="0"/>
                </a:moveTo>
                <a:lnTo>
                  <a:pt x="2667535" y="0"/>
                </a:lnTo>
                <a:lnTo>
                  <a:pt x="2667535" y="543207"/>
                </a:lnTo>
                <a:lnTo>
                  <a:pt x="0" y="5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060" y="1813943"/>
            <a:ext cx="12779176" cy="7444357"/>
            <a:chOff x="0" y="0"/>
            <a:chExt cx="3365709" cy="1960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5709" cy="1960654"/>
            </a:xfrm>
            <a:custGeom>
              <a:avLst/>
              <a:gdLst/>
              <a:ahLst/>
              <a:cxnLst/>
              <a:rect r="r" b="b" t="t" l="l"/>
              <a:pathLst>
                <a:path h="1960654" w="3365709">
                  <a:moveTo>
                    <a:pt x="30897" y="0"/>
                  </a:moveTo>
                  <a:lnTo>
                    <a:pt x="3334812" y="0"/>
                  </a:lnTo>
                  <a:cubicBezTo>
                    <a:pt x="3351876" y="0"/>
                    <a:pt x="3365709" y="13833"/>
                    <a:pt x="3365709" y="30897"/>
                  </a:cubicBezTo>
                  <a:lnTo>
                    <a:pt x="3365709" y="1929757"/>
                  </a:lnTo>
                  <a:cubicBezTo>
                    <a:pt x="3365709" y="1937951"/>
                    <a:pt x="3362454" y="1945810"/>
                    <a:pt x="3356659" y="1951604"/>
                  </a:cubicBezTo>
                  <a:cubicBezTo>
                    <a:pt x="3350865" y="1957398"/>
                    <a:pt x="3343006" y="1960654"/>
                    <a:pt x="3334812" y="1960654"/>
                  </a:cubicBezTo>
                  <a:lnTo>
                    <a:pt x="30897" y="1960654"/>
                  </a:lnTo>
                  <a:cubicBezTo>
                    <a:pt x="22703" y="1960654"/>
                    <a:pt x="14844" y="1957398"/>
                    <a:pt x="9050" y="1951604"/>
                  </a:cubicBezTo>
                  <a:cubicBezTo>
                    <a:pt x="3255" y="1945810"/>
                    <a:pt x="0" y="1937951"/>
                    <a:pt x="0" y="1929757"/>
                  </a:cubicBezTo>
                  <a:lnTo>
                    <a:pt x="0" y="30897"/>
                  </a:lnTo>
                  <a:cubicBezTo>
                    <a:pt x="0" y="22703"/>
                    <a:pt x="3255" y="14844"/>
                    <a:pt x="9050" y="9050"/>
                  </a:cubicBezTo>
                  <a:cubicBezTo>
                    <a:pt x="14844" y="3255"/>
                    <a:pt x="22703" y="0"/>
                    <a:pt x="30897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365709" cy="202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2084" y="2881787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24925" y="289814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16292" y="-338565"/>
            <a:ext cx="6139106" cy="11040268"/>
            <a:chOff x="0" y="0"/>
            <a:chExt cx="951108" cy="17104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108" cy="1710426"/>
            </a:xfrm>
            <a:custGeom>
              <a:avLst/>
              <a:gdLst/>
              <a:ahLst/>
              <a:cxnLst/>
              <a:rect r="r" b="b" t="t" l="l"/>
              <a:pathLst>
                <a:path h="1710426" w="951108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47372"/>
                  </a:lnTo>
                  <a:cubicBezTo>
                    <a:pt x="951108" y="1682196"/>
                    <a:pt x="922878" y="1710426"/>
                    <a:pt x="888054" y="1710426"/>
                  </a:cubicBezTo>
                  <a:lnTo>
                    <a:pt x="63054" y="1710426"/>
                  </a:lnTo>
                  <a:cubicBezTo>
                    <a:pt x="28230" y="1710426"/>
                    <a:pt x="0" y="1682196"/>
                    <a:pt x="0" y="1647372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4"/>
              <a:stretch>
                <a:fillRect l="-110318" t="0" r="-5960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402689" y="5683906"/>
            <a:ext cx="4616054" cy="5278233"/>
          </a:xfrm>
          <a:custGeom>
            <a:avLst/>
            <a:gdLst/>
            <a:ahLst/>
            <a:cxnLst/>
            <a:rect r="r" b="b" t="t" l="l"/>
            <a:pathLst>
              <a:path h="5278233" w="4616054">
                <a:moveTo>
                  <a:pt x="0" y="0"/>
                </a:moveTo>
                <a:lnTo>
                  <a:pt x="4616055" y="0"/>
                </a:lnTo>
                <a:lnTo>
                  <a:pt x="4616055" y="5278232"/>
                </a:lnTo>
                <a:lnTo>
                  <a:pt x="0" y="5278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11125" y="3349141"/>
            <a:ext cx="3947422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 access to basic lesson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s, enjoy a daily word challenge, and try limited games and audio features to start your learning journey.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93966" y="3365500"/>
            <a:ext cx="431270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Unlock all languages with advanced levels and grammar, enjoy unlimit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interactive features, and access your learning offline anytime.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1125" y="2798753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Free Plan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3966" y="2815112"/>
            <a:ext cx="331434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emium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4042" y="6236412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Free vs Premium Plans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864288" y="5911637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2084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060" y="1028700"/>
            <a:ext cx="18168360" cy="8229600"/>
            <a:chOff x="0" y="0"/>
            <a:chExt cx="478508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508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785082">
                  <a:moveTo>
                    <a:pt x="21732" y="0"/>
                  </a:moveTo>
                  <a:lnTo>
                    <a:pt x="4763350" y="0"/>
                  </a:lnTo>
                  <a:cubicBezTo>
                    <a:pt x="4769114" y="0"/>
                    <a:pt x="4774642" y="2290"/>
                    <a:pt x="4778717" y="6365"/>
                  </a:cubicBezTo>
                  <a:cubicBezTo>
                    <a:pt x="4782793" y="10441"/>
                    <a:pt x="4785082" y="15968"/>
                    <a:pt x="4785082" y="21732"/>
                  </a:cubicBezTo>
                  <a:lnTo>
                    <a:pt x="4785082" y="2145735"/>
                  </a:lnTo>
                  <a:cubicBezTo>
                    <a:pt x="4785082" y="2151498"/>
                    <a:pt x="4782793" y="2157026"/>
                    <a:pt x="4778717" y="2161102"/>
                  </a:cubicBezTo>
                  <a:cubicBezTo>
                    <a:pt x="4774642" y="2165177"/>
                    <a:pt x="4769114" y="2167467"/>
                    <a:pt x="4763350" y="2167467"/>
                  </a:cubicBezTo>
                  <a:lnTo>
                    <a:pt x="21732" y="2167467"/>
                  </a:lnTo>
                  <a:cubicBezTo>
                    <a:pt x="15968" y="2167467"/>
                    <a:pt x="10441" y="2165177"/>
                    <a:pt x="6365" y="2161102"/>
                  </a:cubicBezTo>
                  <a:cubicBezTo>
                    <a:pt x="2290" y="2157026"/>
                    <a:pt x="0" y="2151498"/>
                    <a:pt x="0" y="2145735"/>
                  </a:cubicBezTo>
                  <a:lnTo>
                    <a:pt x="0" y="21732"/>
                  </a:lnTo>
                  <a:cubicBezTo>
                    <a:pt x="0" y="15968"/>
                    <a:pt x="2290" y="10441"/>
                    <a:pt x="6365" y="6365"/>
                  </a:cubicBezTo>
                  <a:cubicBezTo>
                    <a:pt x="10441" y="2290"/>
                    <a:pt x="15968" y="0"/>
                    <a:pt x="21732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8508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21340" y="2620683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21340" y="4769753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21340" y="692224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747841" y="2783394"/>
            <a:ext cx="0" cy="2211419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1747841" y="4953143"/>
            <a:ext cx="0" cy="2152493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620926" y="4816523"/>
            <a:ext cx="4636967" cy="5654838"/>
          </a:xfrm>
          <a:custGeom>
            <a:avLst/>
            <a:gdLst/>
            <a:ahLst/>
            <a:cxnLst/>
            <a:rect r="r" b="b" t="t" l="l"/>
            <a:pathLst>
              <a:path h="5654838" w="4636967">
                <a:moveTo>
                  <a:pt x="0" y="0"/>
                </a:moveTo>
                <a:lnTo>
                  <a:pt x="4636967" y="0"/>
                </a:lnTo>
                <a:lnTo>
                  <a:pt x="4636967" y="5654838"/>
                </a:lnTo>
                <a:lnTo>
                  <a:pt x="0" y="565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92120" y="5066417"/>
            <a:ext cx="4759538" cy="5375248"/>
          </a:xfrm>
          <a:custGeom>
            <a:avLst/>
            <a:gdLst/>
            <a:ahLst/>
            <a:cxnLst/>
            <a:rect r="r" b="b" t="t" l="l"/>
            <a:pathLst>
              <a:path h="5375248" w="4759538">
                <a:moveTo>
                  <a:pt x="0" y="0"/>
                </a:moveTo>
                <a:lnTo>
                  <a:pt x="4759537" y="0"/>
                </a:lnTo>
                <a:lnTo>
                  <a:pt x="4759537" y="5375248"/>
                </a:lnTo>
                <a:lnTo>
                  <a:pt x="0" y="5375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61345" y="2012078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Our Users Say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865158" y="3161725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90381" y="3030887"/>
            <a:ext cx="456971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“I’ve tried many apps, but Ingoude is the only 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I actually stick with. It feels like a game!”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90381" y="5179957"/>
            <a:ext cx="456971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“Learning French became a daily joy. I got my 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ertificate in just 3 months!”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90381" y="7332450"/>
            <a:ext cx="456971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“I met a friend from Brazil through the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speaking club—now we chat every weekend!”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90381" y="2537649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Lina,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24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90381" y="4686719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Andy,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31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90381" y="6839212"/>
            <a:ext cx="20732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Hiro, 27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880452" y="524794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6" y="0"/>
                </a:lnTo>
                <a:lnTo>
                  <a:pt x="2757696" y="1007812"/>
                </a:lnTo>
                <a:lnTo>
                  <a:pt x="0" y="1007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9409" y="4689117"/>
            <a:ext cx="9789891" cy="4569183"/>
            <a:chOff x="0" y="0"/>
            <a:chExt cx="2578407" cy="1203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8407" cy="1203406"/>
            </a:xfrm>
            <a:custGeom>
              <a:avLst/>
              <a:gdLst/>
              <a:ahLst/>
              <a:cxnLst/>
              <a:rect r="r" b="b" t="t" l="l"/>
              <a:pathLst>
                <a:path h="1203406" w="2578407">
                  <a:moveTo>
                    <a:pt x="40331" y="0"/>
                  </a:moveTo>
                  <a:lnTo>
                    <a:pt x="2538076" y="0"/>
                  </a:lnTo>
                  <a:cubicBezTo>
                    <a:pt x="2548773" y="0"/>
                    <a:pt x="2559031" y="4249"/>
                    <a:pt x="2566595" y="11813"/>
                  </a:cubicBezTo>
                  <a:cubicBezTo>
                    <a:pt x="2574158" y="19376"/>
                    <a:pt x="2578407" y="29635"/>
                    <a:pt x="2578407" y="40331"/>
                  </a:cubicBezTo>
                  <a:lnTo>
                    <a:pt x="2578407" y="1163075"/>
                  </a:lnTo>
                  <a:cubicBezTo>
                    <a:pt x="2578407" y="1185349"/>
                    <a:pt x="2560351" y="1203406"/>
                    <a:pt x="2538076" y="1203406"/>
                  </a:cubicBezTo>
                  <a:lnTo>
                    <a:pt x="40331" y="1203406"/>
                  </a:lnTo>
                  <a:cubicBezTo>
                    <a:pt x="29635" y="1203406"/>
                    <a:pt x="19376" y="1199157"/>
                    <a:pt x="11813" y="1191593"/>
                  </a:cubicBezTo>
                  <a:cubicBezTo>
                    <a:pt x="4249" y="1184030"/>
                    <a:pt x="0" y="1173771"/>
                    <a:pt x="0" y="1163075"/>
                  </a:cubicBezTo>
                  <a:lnTo>
                    <a:pt x="0" y="40331"/>
                  </a:lnTo>
                  <a:cubicBezTo>
                    <a:pt x="0" y="29635"/>
                    <a:pt x="4249" y="19376"/>
                    <a:pt x="11813" y="11813"/>
                  </a:cubicBezTo>
                  <a:cubicBezTo>
                    <a:pt x="19376" y="4249"/>
                    <a:pt x="29635" y="0"/>
                    <a:pt x="40331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78407" cy="1270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50931" y="1515034"/>
            <a:ext cx="6655096" cy="7256931"/>
            <a:chOff x="0" y="0"/>
            <a:chExt cx="901327" cy="982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1327" cy="982836"/>
            </a:xfrm>
            <a:custGeom>
              <a:avLst/>
              <a:gdLst/>
              <a:ahLst/>
              <a:cxnLst/>
              <a:rect r="r" b="b" t="t" l="l"/>
              <a:pathLst>
                <a:path h="982836" w="901327">
                  <a:moveTo>
                    <a:pt x="29083" y="0"/>
                  </a:moveTo>
                  <a:lnTo>
                    <a:pt x="872245" y="0"/>
                  </a:lnTo>
                  <a:cubicBezTo>
                    <a:pt x="888307" y="0"/>
                    <a:pt x="901327" y="13021"/>
                    <a:pt x="901327" y="29083"/>
                  </a:cubicBezTo>
                  <a:lnTo>
                    <a:pt x="901327" y="953754"/>
                  </a:lnTo>
                  <a:cubicBezTo>
                    <a:pt x="901327" y="969816"/>
                    <a:pt x="888307" y="982836"/>
                    <a:pt x="872245" y="982836"/>
                  </a:cubicBezTo>
                  <a:lnTo>
                    <a:pt x="29083" y="982836"/>
                  </a:lnTo>
                  <a:cubicBezTo>
                    <a:pt x="13021" y="982836"/>
                    <a:pt x="0" y="969816"/>
                    <a:pt x="0" y="953754"/>
                  </a:cubicBezTo>
                  <a:lnTo>
                    <a:pt x="0" y="29083"/>
                  </a:lnTo>
                  <a:cubicBezTo>
                    <a:pt x="0" y="13021"/>
                    <a:pt x="13021" y="0"/>
                    <a:pt x="29083" y="0"/>
                  </a:cubicBezTo>
                  <a:close/>
                </a:path>
              </a:pathLst>
            </a:custGeom>
            <a:blipFill>
              <a:blip r:embed="rId2"/>
              <a:stretch>
                <a:fillRect l="-31833" t="0" r="-31833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481913" y="5385858"/>
            <a:ext cx="687793" cy="6877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42543" lIns="42543" bIns="42543" rIns="42543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81913" y="6605617"/>
            <a:ext cx="687793" cy="6877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42543" lIns="42543" bIns="42543" rIns="42543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81913" y="7825375"/>
            <a:ext cx="687793" cy="68779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42543" lIns="42543" bIns="42543" rIns="42543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056509" y="5497112"/>
            <a:ext cx="4231491" cy="5581103"/>
          </a:xfrm>
          <a:custGeom>
            <a:avLst/>
            <a:gdLst/>
            <a:ahLst/>
            <a:cxnLst/>
            <a:rect r="r" b="b" t="t" l="l"/>
            <a:pathLst>
              <a:path h="5581103" w="4231491">
                <a:moveTo>
                  <a:pt x="0" y="0"/>
                </a:moveTo>
                <a:lnTo>
                  <a:pt x="4231491" y="0"/>
                </a:lnTo>
                <a:lnTo>
                  <a:pt x="4231491" y="5581103"/>
                </a:lnTo>
                <a:lnTo>
                  <a:pt x="0" y="5581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07535" y="5517037"/>
            <a:ext cx="436547" cy="425435"/>
          </a:xfrm>
          <a:custGeom>
            <a:avLst/>
            <a:gdLst/>
            <a:ahLst/>
            <a:cxnLst/>
            <a:rect r="r" b="b" t="t" l="l"/>
            <a:pathLst>
              <a:path h="425435" w="436547">
                <a:moveTo>
                  <a:pt x="0" y="0"/>
                </a:moveTo>
                <a:lnTo>
                  <a:pt x="436548" y="0"/>
                </a:lnTo>
                <a:lnTo>
                  <a:pt x="436548" y="425435"/>
                </a:lnTo>
                <a:lnTo>
                  <a:pt x="0" y="42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607535" y="6701235"/>
            <a:ext cx="436547" cy="425435"/>
          </a:xfrm>
          <a:custGeom>
            <a:avLst/>
            <a:gdLst/>
            <a:ahLst/>
            <a:cxnLst/>
            <a:rect r="r" b="b" t="t" l="l"/>
            <a:pathLst>
              <a:path h="425435" w="436547">
                <a:moveTo>
                  <a:pt x="0" y="0"/>
                </a:moveTo>
                <a:lnTo>
                  <a:pt x="436548" y="0"/>
                </a:lnTo>
                <a:lnTo>
                  <a:pt x="436548" y="425436"/>
                </a:lnTo>
                <a:lnTo>
                  <a:pt x="0" y="425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07535" y="7920994"/>
            <a:ext cx="436547" cy="425435"/>
          </a:xfrm>
          <a:custGeom>
            <a:avLst/>
            <a:gdLst/>
            <a:ahLst/>
            <a:cxnLst/>
            <a:rect r="r" b="b" t="t" l="l"/>
            <a:pathLst>
              <a:path h="425435" w="436547">
                <a:moveTo>
                  <a:pt x="0" y="0"/>
                </a:moveTo>
                <a:lnTo>
                  <a:pt x="436548" y="0"/>
                </a:lnTo>
                <a:lnTo>
                  <a:pt x="436548" y="425435"/>
                </a:lnTo>
                <a:lnTo>
                  <a:pt x="0" y="425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400561" y="5300494"/>
            <a:ext cx="394338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First-time users can enjoy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seven days of Premium for free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0561" y="6520253"/>
            <a:ext cx="432169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 bird discount gives twenty p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ercent off annual plans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1913" y="1400734"/>
            <a:ext cx="6157667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Signup Promotions &amp; Discounts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00561" y="7740012"/>
            <a:ext cx="413253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Invite three friends and receive 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free month of Premium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572543" y="4982783"/>
            <a:ext cx="641746" cy="534254"/>
          </a:xfrm>
          <a:custGeom>
            <a:avLst/>
            <a:gdLst/>
            <a:ahLst/>
            <a:cxnLst/>
            <a:rect r="r" b="b" t="t" l="l"/>
            <a:pathLst>
              <a:path h="534254" w="641746">
                <a:moveTo>
                  <a:pt x="0" y="0"/>
                </a:moveTo>
                <a:lnTo>
                  <a:pt x="641747" y="0"/>
                </a:lnTo>
                <a:lnTo>
                  <a:pt x="641747" y="534254"/>
                </a:lnTo>
                <a:lnTo>
                  <a:pt x="0" y="534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1028700"/>
            <a:ext cx="2193309" cy="1407706"/>
          </a:xfrm>
          <a:custGeom>
            <a:avLst/>
            <a:gdLst/>
            <a:ahLst/>
            <a:cxnLst/>
            <a:rect r="r" b="b" t="t" l="l"/>
            <a:pathLst>
              <a:path h="1407706" w="2193309">
                <a:moveTo>
                  <a:pt x="0" y="0"/>
                </a:moveTo>
                <a:lnTo>
                  <a:pt x="2193309" y="0"/>
                </a:lnTo>
                <a:lnTo>
                  <a:pt x="2193309" y="1407706"/>
                </a:lnTo>
                <a:lnTo>
                  <a:pt x="0" y="14077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950931" y="9258300"/>
            <a:ext cx="2667536" cy="543207"/>
          </a:xfrm>
          <a:custGeom>
            <a:avLst/>
            <a:gdLst/>
            <a:ahLst/>
            <a:cxnLst/>
            <a:rect r="r" b="b" t="t" l="l"/>
            <a:pathLst>
              <a:path h="543207" w="2667536">
                <a:moveTo>
                  <a:pt x="0" y="0"/>
                </a:moveTo>
                <a:lnTo>
                  <a:pt x="2667536" y="0"/>
                </a:lnTo>
                <a:lnTo>
                  <a:pt x="2667536" y="543207"/>
                </a:lnTo>
                <a:lnTo>
                  <a:pt x="0" y="5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23655" y="5143500"/>
            <a:ext cx="18382955" cy="4406118"/>
            <a:chOff x="0" y="0"/>
            <a:chExt cx="4841601" cy="1160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601" cy="1160459"/>
            </a:xfrm>
            <a:custGeom>
              <a:avLst/>
              <a:gdLst/>
              <a:ahLst/>
              <a:cxnLst/>
              <a:rect r="r" b="b" t="t" l="l"/>
              <a:pathLst>
                <a:path h="1160459" w="4841601">
                  <a:moveTo>
                    <a:pt x="21478" y="0"/>
                  </a:moveTo>
                  <a:lnTo>
                    <a:pt x="4820123" y="0"/>
                  </a:lnTo>
                  <a:cubicBezTo>
                    <a:pt x="4831985" y="0"/>
                    <a:pt x="4841601" y="9616"/>
                    <a:pt x="4841601" y="21478"/>
                  </a:cubicBezTo>
                  <a:lnTo>
                    <a:pt x="4841601" y="1138981"/>
                  </a:lnTo>
                  <a:cubicBezTo>
                    <a:pt x="4841601" y="1150843"/>
                    <a:pt x="4831985" y="1160459"/>
                    <a:pt x="4820123" y="1160459"/>
                  </a:cubicBezTo>
                  <a:lnTo>
                    <a:pt x="21478" y="1160459"/>
                  </a:lnTo>
                  <a:cubicBezTo>
                    <a:pt x="15782" y="1160459"/>
                    <a:pt x="10319" y="1158196"/>
                    <a:pt x="6291" y="1154168"/>
                  </a:cubicBezTo>
                  <a:cubicBezTo>
                    <a:pt x="2263" y="1150140"/>
                    <a:pt x="0" y="1144677"/>
                    <a:pt x="0" y="1138981"/>
                  </a:cubicBezTo>
                  <a:lnTo>
                    <a:pt x="0" y="21478"/>
                  </a:lnTo>
                  <a:cubicBezTo>
                    <a:pt x="0" y="9616"/>
                    <a:pt x="9616" y="0"/>
                    <a:pt x="21478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41601" cy="122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53662" y="5994745"/>
            <a:ext cx="995232" cy="99523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5034" y="-396515"/>
            <a:ext cx="7841841" cy="5216533"/>
            <a:chOff x="0" y="0"/>
            <a:chExt cx="1214906" cy="8081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4906" cy="808177"/>
            </a:xfrm>
            <a:custGeom>
              <a:avLst/>
              <a:gdLst/>
              <a:ahLst/>
              <a:cxnLst/>
              <a:rect r="r" b="b" t="t" l="l"/>
              <a:pathLst>
                <a:path h="808177" w="1214906">
                  <a:moveTo>
                    <a:pt x="59235" y="0"/>
                  </a:moveTo>
                  <a:lnTo>
                    <a:pt x="1155671" y="0"/>
                  </a:lnTo>
                  <a:cubicBezTo>
                    <a:pt x="1171381" y="0"/>
                    <a:pt x="1186448" y="6241"/>
                    <a:pt x="1197557" y="17350"/>
                  </a:cubicBezTo>
                  <a:cubicBezTo>
                    <a:pt x="1208665" y="28458"/>
                    <a:pt x="1214906" y="43525"/>
                    <a:pt x="1214906" y="59235"/>
                  </a:cubicBezTo>
                  <a:lnTo>
                    <a:pt x="1214906" y="748942"/>
                  </a:lnTo>
                  <a:cubicBezTo>
                    <a:pt x="1214906" y="781657"/>
                    <a:pt x="1188386" y="808177"/>
                    <a:pt x="1155671" y="808177"/>
                  </a:cubicBezTo>
                  <a:lnTo>
                    <a:pt x="59235" y="808177"/>
                  </a:lnTo>
                  <a:cubicBezTo>
                    <a:pt x="43525" y="808177"/>
                    <a:pt x="28458" y="801937"/>
                    <a:pt x="17350" y="790828"/>
                  </a:cubicBezTo>
                  <a:cubicBezTo>
                    <a:pt x="6241" y="779719"/>
                    <a:pt x="0" y="764652"/>
                    <a:pt x="0" y="748942"/>
                  </a:cubicBezTo>
                  <a:lnTo>
                    <a:pt x="0" y="59235"/>
                  </a:lnTo>
                  <a:cubicBezTo>
                    <a:pt x="0" y="43525"/>
                    <a:pt x="6241" y="28458"/>
                    <a:pt x="17350" y="17350"/>
                  </a:cubicBezTo>
                  <a:cubicBezTo>
                    <a:pt x="28458" y="6241"/>
                    <a:pt x="43525" y="0"/>
                    <a:pt x="592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7" r="0" b="-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5034" y="5994745"/>
            <a:ext cx="995232" cy="99523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59775" y="5987049"/>
            <a:ext cx="995232" cy="9952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3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208510" y="4567175"/>
            <a:ext cx="4396214" cy="6136846"/>
          </a:xfrm>
          <a:custGeom>
            <a:avLst/>
            <a:gdLst/>
            <a:ahLst/>
            <a:cxnLst/>
            <a:rect r="r" b="b" t="t" l="l"/>
            <a:pathLst>
              <a:path h="6136846" w="4396214">
                <a:moveTo>
                  <a:pt x="0" y="0"/>
                </a:moveTo>
                <a:lnTo>
                  <a:pt x="4396214" y="0"/>
                </a:lnTo>
                <a:lnTo>
                  <a:pt x="4396214" y="6136847"/>
                </a:lnTo>
                <a:lnTo>
                  <a:pt x="0" y="6136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03458" y="6153173"/>
            <a:ext cx="618384" cy="662984"/>
          </a:xfrm>
          <a:custGeom>
            <a:avLst/>
            <a:gdLst/>
            <a:ahLst/>
            <a:cxnLst/>
            <a:rect r="r" b="b" t="t" l="l"/>
            <a:pathLst>
              <a:path h="662984" w="618384">
                <a:moveTo>
                  <a:pt x="0" y="0"/>
                </a:moveTo>
                <a:lnTo>
                  <a:pt x="618384" y="0"/>
                </a:lnTo>
                <a:lnTo>
                  <a:pt x="618384" y="662984"/>
                </a:lnTo>
                <a:lnTo>
                  <a:pt x="0" y="662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42086" y="6153173"/>
            <a:ext cx="618384" cy="662984"/>
          </a:xfrm>
          <a:custGeom>
            <a:avLst/>
            <a:gdLst/>
            <a:ahLst/>
            <a:cxnLst/>
            <a:rect r="r" b="b" t="t" l="l"/>
            <a:pathLst>
              <a:path h="662984" w="618384">
                <a:moveTo>
                  <a:pt x="0" y="0"/>
                </a:moveTo>
                <a:lnTo>
                  <a:pt x="618384" y="0"/>
                </a:lnTo>
                <a:lnTo>
                  <a:pt x="618384" y="662984"/>
                </a:lnTo>
                <a:lnTo>
                  <a:pt x="0" y="662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48199" y="6153173"/>
            <a:ext cx="618384" cy="662984"/>
          </a:xfrm>
          <a:custGeom>
            <a:avLst/>
            <a:gdLst/>
            <a:ahLst/>
            <a:cxnLst/>
            <a:rect r="r" b="b" t="t" l="l"/>
            <a:pathLst>
              <a:path h="662984" w="618384">
                <a:moveTo>
                  <a:pt x="0" y="0"/>
                </a:moveTo>
                <a:lnTo>
                  <a:pt x="618384" y="0"/>
                </a:lnTo>
                <a:lnTo>
                  <a:pt x="618384" y="662984"/>
                </a:lnTo>
                <a:lnTo>
                  <a:pt x="0" y="662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15034" y="7204929"/>
            <a:ext cx="335584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Game-based learning designed to mak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 studying fun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53662" y="7204929"/>
            <a:ext cx="330975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 c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ommu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nity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ppor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ke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ep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lear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ers connected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9775" y="7197233"/>
            <a:ext cx="3648735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ong focu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 on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achievi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ng long-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rm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knowl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dge 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</a:t>
            </a:r>
            <a:r>
              <a:rPr lang="en-US" b="true" sz="24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06757" y="1765710"/>
            <a:ext cx="5708671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 Makes Ingoude 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ff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ere</a:t>
            </a:r>
            <a:r>
              <a:rPr lang="en-US" b="true" sz="6800" strike="noStrike" u="none">
                <a:solidFill>
                  <a:srgbClr val="2E4D93"/>
                </a:solidFill>
                <a:latin typeface="Agrandir Bold"/>
                <a:ea typeface="Agrandir Bold"/>
                <a:cs typeface="Agrandir Bold"/>
                <a:sym typeface="Agrandir Bold"/>
              </a:rPr>
              <a:t>nt?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62444" y="5714098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817948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33" y="5143500"/>
            <a:ext cx="14932134" cy="6140458"/>
            <a:chOff x="0" y="0"/>
            <a:chExt cx="2268748" cy="932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8748" cy="932964"/>
            </a:xfrm>
            <a:custGeom>
              <a:avLst/>
              <a:gdLst/>
              <a:ahLst/>
              <a:cxnLst/>
              <a:rect r="r" b="b" t="t" l="l"/>
              <a:pathLst>
                <a:path h="932964" w="2268748">
                  <a:moveTo>
                    <a:pt x="26961" y="0"/>
                  </a:moveTo>
                  <a:lnTo>
                    <a:pt x="2241787" y="0"/>
                  </a:lnTo>
                  <a:cubicBezTo>
                    <a:pt x="2248938" y="0"/>
                    <a:pt x="2255795" y="2840"/>
                    <a:pt x="2260851" y="7897"/>
                  </a:cubicBezTo>
                  <a:cubicBezTo>
                    <a:pt x="2265907" y="12953"/>
                    <a:pt x="2268748" y="19810"/>
                    <a:pt x="2268748" y="26961"/>
                  </a:cubicBezTo>
                  <a:lnTo>
                    <a:pt x="2268748" y="906004"/>
                  </a:lnTo>
                  <a:cubicBezTo>
                    <a:pt x="2268748" y="913154"/>
                    <a:pt x="2265907" y="920012"/>
                    <a:pt x="2260851" y="925068"/>
                  </a:cubicBezTo>
                  <a:cubicBezTo>
                    <a:pt x="2255795" y="930124"/>
                    <a:pt x="2248938" y="932964"/>
                    <a:pt x="2241787" y="932964"/>
                  </a:cubicBezTo>
                  <a:lnTo>
                    <a:pt x="26961" y="932964"/>
                  </a:lnTo>
                  <a:cubicBezTo>
                    <a:pt x="19810" y="932964"/>
                    <a:pt x="12953" y="930124"/>
                    <a:pt x="7897" y="925068"/>
                  </a:cubicBezTo>
                  <a:cubicBezTo>
                    <a:pt x="2840" y="920012"/>
                    <a:pt x="0" y="913154"/>
                    <a:pt x="0" y="906004"/>
                  </a:cubicBezTo>
                  <a:lnTo>
                    <a:pt x="0" y="26961"/>
                  </a:lnTo>
                  <a:cubicBezTo>
                    <a:pt x="0" y="19810"/>
                    <a:pt x="2840" y="12953"/>
                    <a:pt x="7897" y="7897"/>
                  </a:cubicBezTo>
                  <a:cubicBezTo>
                    <a:pt x="12953" y="2840"/>
                    <a:pt x="19810" y="0"/>
                    <a:pt x="269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4204" r="0" b="-806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9288" y="4759799"/>
            <a:ext cx="2757697" cy="1007813"/>
          </a:xfrm>
          <a:custGeom>
            <a:avLst/>
            <a:gdLst/>
            <a:ahLst/>
            <a:cxnLst/>
            <a:rect r="r" b="b" t="t" l="l"/>
            <a:pathLst>
              <a:path h="1007813" w="2757697">
                <a:moveTo>
                  <a:pt x="0" y="0"/>
                </a:moveTo>
                <a:lnTo>
                  <a:pt x="2757697" y="0"/>
                </a:lnTo>
                <a:lnTo>
                  <a:pt x="2757697" y="1007813"/>
                </a:lnTo>
                <a:lnTo>
                  <a:pt x="0" y="100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71967" y="1972310"/>
            <a:ext cx="3029460" cy="899593"/>
          </a:xfrm>
          <a:custGeom>
            <a:avLst/>
            <a:gdLst/>
            <a:ahLst/>
            <a:cxnLst/>
            <a:rect r="r" b="b" t="t" l="l"/>
            <a:pathLst>
              <a:path h="899593" w="3029460">
                <a:moveTo>
                  <a:pt x="0" y="0"/>
                </a:moveTo>
                <a:lnTo>
                  <a:pt x="3029460" y="0"/>
                </a:lnTo>
                <a:lnTo>
                  <a:pt x="3029460" y="899593"/>
                </a:lnTo>
                <a:lnTo>
                  <a:pt x="0" y="899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18136" y="971550"/>
            <a:ext cx="1252493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Languages Doesn’t Have to Be Boring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8136" y="3267549"/>
            <a:ext cx="93776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raditional methods can feel dry and repetitive, but Ingoude makes language learning interactive, engaging, and fun—turning every lesson into a game-like experience.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9060" y="1813943"/>
            <a:ext cx="12779176" cy="7444357"/>
            <a:chOff x="0" y="0"/>
            <a:chExt cx="3365709" cy="1960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5709" cy="1960654"/>
            </a:xfrm>
            <a:custGeom>
              <a:avLst/>
              <a:gdLst/>
              <a:ahLst/>
              <a:cxnLst/>
              <a:rect r="r" b="b" t="t" l="l"/>
              <a:pathLst>
                <a:path h="1960654" w="3365709">
                  <a:moveTo>
                    <a:pt x="30897" y="0"/>
                  </a:moveTo>
                  <a:lnTo>
                    <a:pt x="3334812" y="0"/>
                  </a:lnTo>
                  <a:cubicBezTo>
                    <a:pt x="3351876" y="0"/>
                    <a:pt x="3365709" y="13833"/>
                    <a:pt x="3365709" y="30897"/>
                  </a:cubicBezTo>
                  <a:lnTo>
                    <a:pt x="3365709" y="1929757"/>
                  </a:lnTo>
                  <a:cubicBezTo>
                    <a:pt x="3365709" y="1937951"/>
                    <a:pt x="3362454" y="1945810"/>
                    <a:pt x="3356659" y="1951604"/>
                  </a:cubicBezTo>
                  <a:cubicBezTo>
                    <a:pt x="3350865" y="1957398"/>
                    <a:pt x="3343006" y="1960654"/>
                    <a:pt x="3334812" y="1960654"/>
                  </a:cubicBezTo>
                  <a:lnTo>
                    <a:pt x="30897" y="1960654"/>
                  </a:lnTo>
                  <a:cubicBezTo>
                    <a:pt x="22703" y="1960654"/>
                    <a:pt x="14844" y="1957398"/>
                    <a:pt x="9050" y="1951604"/>
                  </a:cubicBezTo>
                  <a:cubicBezTo>
                    <a:pt x="3255" y="1945810"/>
                    <a:pt x="0" y="1937951"/>
                    <a:pt x="0" y="1929757"/>
                  </a:cubicBezTo>
                  <a:lnTo>
                    <a:pt x="0" y="30897"/>
                  </a:lnTo>
                  <a:cubicBezTo>
                    <a:pt x="0" y="22703"/>
                    <a:pt x="3255" y="14844"/>
                    <a:pt x="9050" y="9050"/>
                  </a:cubicBezTo>
                  <a:cubicBezTo>
                    <a:pt x="14844" y="3255"/>
                    <a:pt x="22703" y="0"/>
                    <a:pt x="30897" y="0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365709" cy="202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2084" y="2881787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24925" y="289814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16292" y="-338565"/>
            <a:ext cx="6139106" cy="11040268"/>
            <a:chOff x="0" y="0"/>
            <a:chExt cx="951108" cy="17104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108" cy="1710426"/>
            </a:xfrm>
            <a:custGeom>
              <a:avLst/>
              <a:gdLst/>
              <a:ahLst/>
              <a:cxnLst/>
              <a:rect r="r" b="b" t="t" l="l"/>
              <a:pathLst>
                <a:path h="1710426" w="951108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47372"/>
                  </a:lnTo>
                  <a:cubicBezTo>
                    <a:pt x="951108" y="1682196"/>
                    <a:pt x="922878" y="1710426"/>
                    <a:pt x="888054" y="1710426"/>
                  </a:cubicBezTo>
                  <a:lnTo>
                    <a:pt x="63054" y="1710426"/>
                  </a:lnTo>
                  <a:cubicBezTo>
                    <a:pt x="28230" y="1710426"/>
                    <a:pt x="0" y="1682196"/>
                    <a:pt x="0" y="1647372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4"/>
              <a:stretch>
                <a:fillRect l="-110318" t="0" r="-5960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402689" y="5683906"/>
            <a:ext cx="4616054" cy="5278233"/>
          </a:xfrm>
          <a:custGeom>
            <a:avLst/>
            <a:gdLst/>
            <a:ahLst/>
            <a:cxnLst/>
            <a:rect r="r" b="b" t="t" l="l"/>
            <a:pathLst>
              <a:path h="5278233" w="4616054">
                <a:moveTo>
                  <a:pt x="0" y="0"/>
                </a:moveTo>
                <a:lnTo>
                  <a:pt x="4616055" y="0"/>
                </a:lnTo>
                <a:lnTo>
                  <a:pt x="4616055" y="5278232"/>
                </a:lnTo>
                <a:lnTo>
                  <a:pt x="0" y="5278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11125" y="3349141"/>
            <a:ext cx="3947422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Get access to basic lesson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s, enjoy a daily word challenge, and try limited games and audio features to start your learning journey.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93966" y="3365500"/>
            <a:ext cx="431270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Unlock all languages with advanced levels and grammar, enjoy unlimit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 interactive features, and access your learning offline anytime.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1125" y="2798753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Free Plan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3966" y="2815112"/>
            <a:ext cx="331434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emium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4042" y="6236412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Free vs Premium Plans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864288" y="5911637"/>
            <a:ext cx="1054835" cy="878150"/>
          </a:xfrm>
          <a:custGeom>
            <a:avLst/>
            <a:gdLst/>
            <a:ahLst/>
            <a:cxnLst/>
            <a:rect r="r" b="b" t="t" l="l"/>
            <a:pathLst>
              <a:path h="878150" w="1054835">
                <a:moveTo>
                  <a:pt x="0" y="0"/>
                </a:moveTo>
                <a:lnTo>
                  <a:pt x="1054835" y="0"/>
                </a:lnTo>
                <a:lnTo>
                  <a:pt x="1054835" y="878150"/>
                </a:lnTo>
                <a:lnTo>
                  <a:pt x="0" y="87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2084" y="-1787964"/>
            <a:ext cx="2882704" cy="2882704"/>
          </a:xfrm>
          <a:custGeom>
            <a:avLst/>
            <a:gdLst/>
            <a:ahLst/>
            <a:cxnLst/>
            <a:rect r="r" b="b" t="t" l="l"/>
            <a:pathLst>
              <a:path h="2882704" w="2882704">
                <a:moveTo>
                  <a:pt x="0" y="0"/>
                </a:moveTo>
                <a:lnTo>
                  <a:pt x="2882704" y="0"/>
                </a:lnTo>
                <a:lnTo>
                  <a:pt x="2882704" y="2882704"/>
                </a:lnTo>
                <a:lnTo>
                  <a:pt x="0" y="2882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6440" y="6044376"/>
            <a:ext cx="5668392" cy="2727589"/>
            <a:chOff x="0" y="0"/>
            <a:chExt cx="1492946" cy="7184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2946" cy="718414"/>
            </a:xfrm>
            <a:custGeom>
              <a:avLst/>
              <a:gdLst/>
              <a:ahLst/>
              <a:cxnLst/>
              <a:rect r="r" b="b" t="t" l="l"/>
              <a:pathLst>
                <a:path h="718414" w="1492946">
                  <a:moveTo>
                    <a:pt x="1492946" y="47803"/>
                  </a:moveTo>
                  <a:lnTo>
                    <a:pt x="1492946" y="670611"/>
                  </a:lnTo>
                  <a:cubicBezTo>
                    <a:pt x="1492946" y="697012"/>
                    <a:pt x="1471544" y="718414"/>
                    <a:pt x="1445143" y="718414"/>
                  </a:cubicBezTo>
                  <a:lnTo>
                    <a:pt x="47803" y="718414"/>
                  </a:lnTo>
                  <a:cubicBezTo>
                    <a:pt x="21402" y="718414"/>
                    <a:pt x="0" y="697012"/>
                    <a:pt x="0" y="670611"/>
                  </a:cubicBezTo>
                  <a:lnTo>
                    <a:pt x="0" y="47803"/>
                  </a:lnTo>
                  <a:cubicBezTo>
                    <a:pt x="0" y="21402"/>
                    <a:pt x="21402" y="0"/>
                    <a:pt x="47803" y="0"/>
                  </a:cubicBezTo>
                  <a:lnTo>
                    <a:pt x="1445143" y="0"/>
                  </a:lnTo>
                  <a:cubicBezTo>
                    <a:pt x="1471544" y="0"/>
                    <a:pt x="1492946" y="21402"/>
                    <a:pt x="1492946" y="47803"/>
                  </a:cubicBezTo>
                  <a:close/>
                </a:path>
              </a:pathLst>
            </a:custGeom>
            <a:solidFill>
              <a:srgbClr val="4B6EB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92946" cy="7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81554" y="2635252"/>
            <a:ext cx="6745177" cy="6136714"/>
            <a:chOff x="0" y="0"/>
            <a:chExt cx="913527" cy="831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3527" cy="831121"/>
            </a:xfrm>
            <a:custGeom>
              <a:avLst/>
              <a:gdLst/>
              <a:ahLst/>
              <a:cxnLst/>
              <a:rect r="r" b="b" t="t" l="l"/>
              <a:pathLst>
                <a:path h="831121" w="913527">
                  <a:moveTo>
                    <a:pt x="28694" y="0"/>
                  </a:moveTo>
                  <a:lnTo>
                    <a:pt x="884833" y="0"/>
                  </a:lnTo>
                  <a:cubicBezTo>
                    <a:pt x="892443" y="0"/>
                    <a:pt x="899742" y="3023"/>
                    <a:pt x="905123" y="8404"/>
                  </a:cubicBezTo>
                  <a:cubicBezTo>
                    <a:pt x="910504" y="13786"/>
                    <a:pt x="913527" y="21084"/>
                    <a:pt x="913527" y="28694"/>
                  </a:cubicBezTo>
                  <a:lnTo>
                    <a:pt x="913527" y="802426"/>
                  </a:lnTo>
                  <a:cubicBezTo>
                    <a:pt x="913527" y="810037"/>
                    <a:pt x="910504" y="817335"/>
                    <a:pt x="905123" y="822716"/>
                  </a:cubicBezTo>
                  <a:cubicBezTo>
                    <a:pt x="899742" y="828097"/>
                    <a:pt x="892443" y="831121"/>
                    <a:pt x="884833" y="831121"/>
                  </a:cubicBezTo>
                  <a:lnTo>
                    <a:pt x="28694" y="831121"/>
                  </a:lnTo>
                  <a:cubicBezTo>
                    <a:pt x="21084" y="831121"/>
                    <a:pt x="13786" y="828097"/>
                    <a:pt x="8404" y="822716"/>
                  </a:cubicBezTo>
                  <a:cubicBezTo>
                    <a:pt x="3023" y="817335"/>
                    <a:pt x="0" y="810037"/>
                    <a:pt x="0" y="802426"/>
                  </a:cubicBezTo>
                  <a:lnTo>
                    <a:pt x="0" y="28694"/>
                  </a:lnTo>
                  <a:cubicBezTo>
                    <a:pt x="0" y="21084"/>
                    <a:pt x="3023" y="13786"/>
                    <a:pt x="8404" y="8404"/>
                  </a:cubicBezTo>
                  <a:cubicBezTo>
                    <a:pt x="13786" y="3023"/>
                    <a:pt x="21084" y="0"/>
                    <a:pt x="28694" y="0"/>
                  </a:cubicBezTo>
                  <a:close/>
                </a:path>
              </a:pathLst>
            </a:custGeom>
            <a:blipFill>
              <a:blip r:embed="rId2"/>
              <a:stretch>
                <a:fillRect l="-18277" t="0" r="-18277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460086" y="6526223"/>
            <a:ext cx="422628" cy="408797"/>
          </a:xfrm>
          <a:custGeom>
            <a:avLst/>
            <a:gdLst/>
            <a:ahLst/>
            <a:cxnLst/>
            <a:rect r="r" b="b" t="t" l="l"/>
            <a:pathLst>
              <a:path h="408797" w="422628">
                <a:moveTo>
                  <a:pt x="0" y="0"/>
                </a:moveTo>
                <a:lnTo>
                  <a:pt x="422628" y="0"/>
                </a:lnTo>
                <a:lnTo>
                  <a:pt x="422628" y="408796"/>
                </a:lnTo>
                <a:lnTo>
                  <a:pt x="0" y="408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60086" y="7220769"/>
            <a:ext cx="394944" cy="394944"/>
          </a:xfrm>
          <a:custGeom>
            <a:avLst/>
            <a:gdLst/>
            <a:ahLst/>
            <a:cxnLst/>
            <a:rect r="r" b="b" t="t" l="l"/>
            <a:pathLst>
              <a:path h="394944" w="394944">
                <a:moveTo>
                  <a:pt x="0" y="0"/>
                </a:moveTo>
                <a:lnTo>
                  <a:pt x="394945" y="0"/>
                </a:lnTo>
                <a:lnTo>
                  <a:pt x="394945" y="394945"/>
                </a:lnTo>
                <a:lnTo>
                  <a:pt x="0" y="394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98294" y="7905188"/>
            <a:ext cx="318529" cy="449208"/>
          </a:xfrm>
          <a:custGeom>
            <a:avLst/>
            <a:gdLst/>
            <a:ahLst/>
            <a:cxnLst/>
            <a:rect r="r" b="b" t="t" l="l"/>
            <a:pathLst>
              <a:path h="449208" w="318529">
                <a:moveTo>
                  <a:pt x="0" y="0"/>
                </a:moveTo>
                <a:lnTo>
                  <a:pt x="318529" y="0"/>
                </a:lnTo>
                <a:lnTo>
                  <a:pt x="318529" y="449208"/>
                </a:lnTo>
                <a:lnTo>
                  <a:pt x="0" y="4492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64633" y="1889612"/>
            <a:ext cx="2193309" cy="1407706"/>
          </a:xfrm>
          <a:custGeom>
            <a:avLst/>
            <a:gdLst/>
            <a:ahLst/>
            <a:cxnLst/>
            <a:rect r="r" b="b" t="t" l="l"/>
            <a:pathLst>
              <a:path h="1407706" w="2193309">
                <a:moveTo>
                  <a:pt x="0" y="0"/>
                </a:moveTo>
                <a:lnTo>
                  <a:pt x="2193309" y="0"/>
                </a:lnTo>
                <a:lnTo>
                  <a:pt x="2193309" y="1407706"/>
                </a:lnTo>
                <a:lnTo>
                  <a:pt x="0" y="14077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26731" y="1438917"/>
            <a:ext cx="2667536" cy="543207"/>
          </a:xfrm>
          <a:custGeom>
            <a:avLst/>
            <a:gdLst/>
            <a:ahLst/>
            <a:cxnLst/>
            <a:rect r="r" b="b" t="t" l="l"/>
            <a:pathLst>
              <a:path h="543207" w="2667536">
                <a:moveTo>
                  <a:pt x="0" y="0"/>
                </a:moveTo>
                <a:lnTo>
                  <a:pt x="2667536" y="0"/>
                </a:lnTo>
                <a:lnTo>
                  <a:pt x="2667536" y="543207"/>
                </a:lnTo>
                <a:lnTo>
                  <a:pt x="0" y="5432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26440" y="2909521"/>
            <a:ext cx="6728583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true">
                <a:solidFill>
                  <a:srgbClr val="4B6EB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Ready to Learn Differently?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6440" y="1464754"/>
            <a:ext cx="4728782" cy="8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pc="-47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Let’s make language learning the best part of your day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48022" y="1464754"/>
            <a:ext cx="3872215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7"/>
              </a:lnSpc>
              <a:spcBef>
                <a:spcPct val="0"/>
              </a:spcBef>
            </a:pPr>
            <a:r>
              <a:rPr lang="en-US" sz="2398" spc="-47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Ingoude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51743" y="6424206"/>
            <a:ext cx="305535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@reallygreatsite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44686" y="7154094"/>
            <a:ext cx="35385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27331" y="7884047"/>
            <a:ext cx="46315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123 Anywhere St., Any City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126440" y="9557212"/>
            <a:ext cx="1459576" cy="729788"/>
          </a:xfrm>
          <a:custGeom>
            <a:avLst/>
            <a:gdLst/>
            <a:ahLst/>
            <a:cxnLst/>
            <a:rect r="r" b="b" t="t" l="l"/>
            <a:pathLst>
              <a:path h="729788" w="1459576">
                <a:moveTo>
                  <a:pt x="0" y="0"/>
                </a:moveTo>
                <a:lnTo>
                  <a:pt x="1459576" y="0"/>
                </a:lnTo>
                <a:lnTo>
                  <a:pt x="1459576" y="729788"/>
                </a:lnTo>
                <a:lnTo>
                  <a:pt x="0" y="7297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DAHJ2Z197Sk</dc:identifier>
  <dcterms:modified xsi:type="dcterms:W3CDTF">2011-08-01T06:04:30Z</dcterms:modified>
  <cp:revision>1</cp:revision>
  <dc:title>Blue and Green Playful Learning App Pitch Deck Presentation</dc:title>
</cp:coreProperties>
</file>